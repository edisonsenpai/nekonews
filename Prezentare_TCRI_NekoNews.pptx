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E68F0E-B324-49A5-A0EE-3265B54954D7}" type="doc">
      <dgm:prSet loTypeId="urn:microsoft.com/office/officeart/2008/layout/LinedList" loCatId="list" qsTypeId="urn:microsoft.com/office/officeart/2005/8/quickstyle/simple2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73748DD5-F2D2-42C0-92B9-E4AB4B6885E8}">
      <dgm:prSet/>
      <dgm:spPr/>
      <dgm:t>
        <a:bodyPr/>
        <a:lstStyle/>
        <a:p>
          <a:r>
            <a:rPr lang="en-US"/>
            <a:t>Scraping din AnimeNewsNetwork</a:t>
          </a:r>
        </a:p>
      </dgm:t>
    </dgm:pt>
    <dgm:pt modelId="{57393286-D9F8-463D-81DE-D8BB4DAD712F}" type="parTrans" cxnId="{3639D338-7E39-4AE7-943C-D2335C62D2E6}">
      <dgm:prSet/>
      <dgm:spPr/>
      <dgm:t>
        <a:bodyPr/>
        <a:lstStyle/>
        <a:p>
          <a:endParaRPr lang="en-US"/>
        </a:p>
      </dgm:t>
    </dgm:pt>
    <dgm:pt modelId="{6551F85D-1CE3-4616-9B0C-2D87EA68DDDB}" type="sibTrans" cxnId="{3639D338-7E39-4AE7-943C-D2335C62D2E6}">
      <dgm:prSet/>
      <dgm:spPr/>
      <dgm:t>
        <a:bodyPr/>
        <a:lstStyle/>
        <a:p>
          <a:endParaRPr lang="en-US"/>
        </a:p>
      </dgm:t>
    </dgm:pt>
    <dgm:pt modelId="{0E5A88A8-FE59-496E-910E-7200AC03C341}">
      <dgm:prSet/>
      <dgm:spPr/>
      <dgm:t>
        <a:bodyPr/>
        <a:lstStyle/>
        <a:p>
          <a:r>
            <a:rPr lang="en-US"/>
            <a:t>Surse alternative RSS</a:t>
          </a:r>
        </a:p>
      </dgm:t>
    </dgm:pt>
    <dgm:pt modelId="{6824D1BA-916B-4C70-8234-A2AA2A7BF923}" type="parTrans" cxnId="{1952E101-FCD8-441F-BD9B-E3C160D18FC3}">
      <dgm:prSet/>
      <dgm:spPr/>
      <dgm:t>
        <a:bodyPr/>
        <a:lstStyle/>
        <a:p>
          <a:endParaRPr lang="en-US"/>
        </a:p>
      </dgm:t>
    </dgm:pt>
    <dgm:pt modelId="{9F7AA4FB-8CD1-4E69-8FA7-CEBA7F7184B3}" type="sibTrans" cxnId="{1952E101-FCD8-441F-BD9B-E3C160D18FC3}">
      <dgm:prSet/>
      <dgm:spPr/>
      <dgm:t>
        <a:bodyPr/>
        <a:lstStyle/>
        <a:p>
          <a:endParaRPr lang="en-US"/>
        </a:p>
      </dgm:t>
    </dgm:pt>
    <dgm:pt modelId="{941A8D4E-FC39-4232-A36D-5D10A4C1D1CD}">
      <dgm:prSet/>
      <dgm:spPr/>
      <dgm:t>
        <a:bodyPr/>
        <a:lstStyle/>
        <a:p>
          <a:r>
            <a:rPr lang="en-US"/>
            <a:t>Filtrare, curățare și structurare date</a:t>
          </a:r>
        </a:p>
      </dgm:t>
    </dgm:pt>
    <dgm:pt modelId="{33BCE0AC-EAB8-4884-98AA-1FD724E78E57}" type="parTrans" cxnId="{1220EADB-3519-4DE0-B7B4-F99FCC1BEEB8}">
      <dgm:prSet/>
      <dgm:spPr/>
      <dgm:t>
        <a:bodyPr/>
        <a:lstStyle/>
        <a:p>
          <a:endParaRPr lang="en-US"/>
        </a:p>
      </dgm:t>
    </dgm:pt>
    <dgm:pt modelId="{904B3E9C-FFD1-4791-9334-2197DFA49B4F}" type="sibTrans" cxnId="{1220EADB-3519-4DE0-B7B4-F99FCC1BEEB8}">
      <dgm:prSet/>
      <dgm:spPr/>
      <dgm:t>
        <a:bodyPr/>
        <a:lstStyle/>
        <a:p>
          <a:endParaRPr lang="en-US"/>
        </a:p>
      </dgm:t>
    </dgm:pt>
    <dgm:pt modelId="{95DF2B28-039A-4103-9E45-5F4BFF8DECC0}">
      <dgm:prSet/>
      <dgm:spPr/>
      <dgm:t>
        <a:bodyPr/>
        <a:lstStyle/>
        <a:p>
          <a:r>
            <a:rPr lang="en-US"/>
            <a:t>Salvare în format CSV</a:t>
          </a:r>
        </a:p>
      </dgm:t>
    </dgm:pt>
    <dgm:pt modelId="{2430925B-B04C-4647-9AE1-15D01DA01142}" type="parTrans" cxnId="{1E63A10A-D216-472D-B9BB-BF10F7468572}">
      <dgm:prSet/>
      <dgm:spPr/>
      <dgm:t>
        <a:bodyPr/>
        <a:lstStyle/>
        <a:p>
          <a:endParaRPr lang="en-US"/>
        </a:p>
      </dgm:t>
    </dgm:pt>
    <dgm:pt modelId="{107A9FC0-80F2-47EF-8059-8A1C709BEE84}" type="sibTrans" cxnId="{1E63A10A-D216-472D-B9BB-BF10F7468572}">
      <dgm:prSet/>
      <dgm:spPr/>
      <dgm:t>
        <a:bodyPr/>
        <a:lstStyle/>
        <a:p>
          <a:endParaRPr lang="en-US"/>
        </a:p>
      </dgm:t>
    </dgm:pt>
    <dgm:pt modelId="{46824342-BAAC-443A-9555-BC87EF4F78D6}" type="pres">
      <dgm:prSet presAssocID="{F5E68F0E-B324-49A5-A0EE-3265B54954D7}" presName="vert0" presStyleCnt="0">
        <dgm:presLayoutVars>
          <dgm:dir/>
          <dgm:animOne val="branch"/>
          <dgm:animLvl val="lvl"/>
        </dgm:presLayoutVars>
      </dgm:prSet>
      <dgm:spPr/>
    </dgm:pt>
    <dgm:pt modelId="{DDCF819D-4E5C-40C8-9349-495807E949B6}" type="pres">
      <dgm:prSet presAssocID="{73748DD5-F2D2-42C0-92B9-E4AB4B6885E8}" presName="thickLine" presStyleLbl="alignNode1" presStyleIdx="0" presStyleCnt="4"/>
      <dgm:spPr/>
    </dgm:pt>
    <dgm:pt modelId="{2C55B86A-5A52-4ADD-9E0A-E468FBB7D558}" type="pres">
      <dgm:prSet presAssocID="{73748DD5-F2D2-42C0-92B9-E4AB4B6885E8}" presName="horz1" presStyleCnt="0"/>
      <dgm:spPr/>
    </dgm:pt>
    <dgm:pt modelId="{89EF3A7C-8048-4DC8-9631-94418E63ECA3}" type="pres">
      <dgm:prSet presAssocID="{73748DD5-F2D2-42C0-92B9-E4AB4B6885E8}" presName="tx1" presStyleLbl="revTx" presStyleIdx="0" presStyleCnt="4"/>
      <dgm:spPr/>
    </dgm:pt>
    <dgm:pt modelId="{1C643006-7522-4978-A3FE-EB82F85F7A31}" type="pres">
      <dgm:prSet presAssocID="{73748DD5-F2D2-42C0-92B9-E4AB4B6885E8}" presName="vert1" presStyleCnt="0"/>
      <dgm:spPr/>
    </dgm:pt>
    <dgm:pt modelId="{B845390B-F1D1-4427-9655-AF6BF18B6953}" type="pres">
      <dgm:prSet presAssocID="{0E5A88A8-FE59-496E-910E-7200AC03C341}" presName="thickLine" presStyleLbl="alignNode1" presStyleIdx="1" presStyleCnt="4"/>
      <dgm:spPr/>
    </dgm:pt>
    <dgm:pt modelId="{E8711C87-F26E-4D84-BF18-F8FEF9F17318}" type="pres">
      <dgm:prSet presAssocID="{0E5A88A8-FE59-496E-910E-7200AC03C341}" presName="horz1" presStyleCnt="0"/>
      <dgm:spPr/>
    </dgm:pt>
    <dgm:pt modelId="{2B2A3916-8707-47DB-B698-A9F08C14E924}" type="pres">
      <dgm:prSet presAssocID="{0E5A88A8-FE59-496E-910E-7200AC03C341}" presName="tx1" presStyleLbl="revTx" presStyleIdx="1" presStyleCnt="4"/>
      <dgm:spPr/>
    </dgm:pt>
    <dgm:pt modelId="{ED52D185-DC1F-4EBB-AA26-C31F56F6C5D6}" type="pres">
      <dgm:prSet presAssocID="{0E5A88A8-FE59-496E-910E-7200AC03C341}" presName="vert1" presStyleCnt="0"/>
      <dgm:spPr/>
    </dgm:pt>
    <dgm:pt modelId="{550A38EB-4C1E-4FE7-90EE-81FD3C4BA502}" type="pres">
      <dgm:prSet presAssocID="{941A8D4E-FC39-4232-A36D-5D10A4C1D1CD}" presName="thickLine" presStyleLbl="alignNode1" presStyleIdx="2" presStyleCnt="4"/>
      <dgm:spPr/>
    </dgm:pt>
    <dgm:pt modelId="{863CE90A-96D5-445D-AF10-B23EB4DAAFC3}" type="pres">
      <dgm:prSet presAssocID="{941A8D4E-FC39-4232-A36D-5D10A4C1D1CD}" presName="horz1" presStyleCnt="0"/>
      <dgm:spPr/>
    </dgm:pt>
    <dgm:pt modelId="{CD685AEB-C577-483E-977F-3CC12EFD481E}" type="pres">
      <dgm:prSet presAssocID="{941A8D4E-FC39-4232-A36D-5D10A4C1D1CD}" presName="tx1" presStyleLbl="revTx" presStyleIdx="2" presStyleCnt="4"/>
      <dgm:spPr/>
    </dgm:pt>
    <dgm:pt modelId="{8B54B1F3-2EDD-41C3-BDA3-76D8BBCB1F4A}" type="pres">
      <dgm:prSet presAssocID="{941A8D4E-FC39-4232-A36D-5D10A4C1D1CD}" presName="vert1" presStyleCnt="0"/>
      <dgm:spPr/>
    </dgm:pt>
    <dgm:pt modelId="{233E495C-11E3-4642-85DA-EB750AF583D3}" type="pres">
      <dgm:prSet presAssocID="{95DF2B28-039A-4103-9E45-5F4BFF8DECC0}" presName="thickLine" presStyleLbl="alignNode1" presStyleIdx="3" presStyleCnt="4"/>
      <dgm:spPr/>
    </dgm:pt>
    <dgm:pt modelId="{98EE8FD5-25B4-459E-998F-1FBBFC313ABD}" type="pres">
      <dgm:prSet presAssocID="{95DF2B28-039A-4103-9E45-5F4BFF8DECC0}" presName="horz1" presStyleCnt="0"/>
      <dgm:spPr/>
    </dgm:pt>
    <dgm:pt modelId="{4404D915-6387-433A-91FA-CC7EAC566D00}" type="pres">
      <dgm:prSet presAssocID="{95DF2B28-039A-4103-9E45-5F4BFF8DECC0}" presName="tx1" presStyleLbl="revTx" presStyleIdx="3" presStyleCnt="4"/>
      <dgm:spPr/>
    </dgm:pt>
    <dgm:pt modelId="{C4F46AA3-B264-4E84-B9F9-763EC5113C17}" type="pres">
      <dgm:prSet presAssocID="{95DF2B28-039A-4103-9E45-5F4BFF8DECC0}" presName="vert1" presStyleCnt="0"/>
      <dgm:spPr/>
    </dgm:pt>
  </dgm:ptLst>
  <dgm:cxnLst>
    <dgm:cxn modelId="{1952E101-FCD8-441F-BD9B-E3C160D18FC3}" srcId="{F5E68F0E-B324-49A5-A0EE-3265B54954D7}" destId="{0E5A88A8-FE59-496E-910E-7200AC03C341}" srcOrd="1" destOrd="0" parTransId="{6824D1BA-916B-4C70-8234-A2AA2A7BF923}" sibTransId="{9F7AA4FB-8CD1-4E69-8FA7-CEBA7F7184B3}"/>
    <dgm:cxn modelId="{1E63A10A-D216-472D-B9BB-BF10F7468572}" srcId="{F5E68F0E-B324-49A5-A0EE-3265B54954D7}" destId="{95DF2B28-039A-4103-9E45-5F4BFF8DECC0}" srcOrd="3" destOrd="0" parTransId="{2430925B-B04C-4647-9AE1-15D01DA01142}" sibTransId="{107A9FC0-80F2-47EF-8059-8A1C709BEE84}"/>
    <dgm:cxn modelId="{9373B11C-F22C-4348-A0F3-AEAEF6692091}" type="presOf" srcId="{73748DD5-F2D2-42C0-92B9-E4AB4B6885E8}" destId="{89EF3A7C-8048-4DC8-9631-94418E63ECA3}" srcOrd="0" destOrd="0" presId="urn:microsoft.com/office/officeart/2008/layout/LinedList"/>
    <dgm:cxn modelId="{3639D338-7E39-4AE7-943C-D2335C62D2E6}" srcId="{F5E68F0E-B324-49A5-A0EE-3265B54954D7}" destId="{73748DD5-F2D2-42C0-92B9-E4AB4B6885E8}" srcOrd="0" destOrd="0" parTransId="{57393286-D9F8-463D-81DE-D8BB4DAD712F}" sibTransId="{6551F85D-1CE3-4616-9B0C-2D87EA68DDDB}"/>
    <dgm:cxn modelId="{A9D04DBE-CC97-42F6-AF42-AD3F50541271}" type="presOf" srcId="{0E5A88A8-FE59-496E-910E-7200AC03C341}" destId="{2B2A3916-8707-47DB-B698-A9F08C14E924}" srcOrd="0" destOrd="0" presId="urn:microsoft.com/office/officeart/2008/layout/LinedList"/>
    <dgm:cxn modelId="{F2A158D5-4DE9-4BD6-90FE-372EAE99FB35}" type="presOf" srcId="{95DF2B28-039A-4103-9E45-5F4BFF8DECC0}" destId="{4404D915-6387-433A-91FA-CC7EAC566D00}" srcOrd="0" destOrd="0" presId="urn:microsoft.com/office/officeart/2008/layout/LinedList"/>
    <dgm:cxn modelId="{69C39ADB-2BEC-4DA2-BA9B-BA72C2CAF46A}" type="presOf" srcId="{F5E68F0E-B324-49A5-A0EE-3265B54954D7}" destId="{46824342-BAAC-443A-9555-BC87EF4F78D6}" srcOrd="0" destOrd="0" presId="urn:microsoft.com/office/officeart/2008/layout/LinedList"/>
    <dgm:cxn modelId="{1220EADB-3519-4DE0-B7B4-F99FCC1BEEB8}" srcId="{F5E68F0E-B324-49A5-A0EE-3265B54954D7}" destId="{941A8D4E-FC39-4232-A36D-5D10A4C1D1CD}" srcOrd="2" destOrd="0" parTransId="{33BCE0AC-EAB8-4884-98AA-1FD724E78E57}" sibTransId="{904B3E9C-FFD1-4791-9334-2197DFA49B4F}"/>
    <dgm:cxn modelId="{17429CE3-A926-4BDD-B766-B63EB7A452BD}" type="presOf" srcId="{941A8D4E-FC39-4232-A36D-5D10A4C1D1CD}" destId="{CD685AEB-C577-483E-977F-3CC12EFD481E}" srcOrd="0" destOrd="0" presId="urn:microsoft.com/office/officeart/2008/layout/LinedList"/>
    <dgm:cxn modelId="{F090CD3E-9A88-4894-813B-9D873AE1B30B}" type="presParOf" srcId="{46824342-BAAC-443A-9555-BC87EF4F78D6}" destId="{DDCF819D-4E5C-40C8-9349-495807E949B6}" srcOrd="0" destOrd="0" presId="urn:microsoft.com/office/officeart/2008/layout/LinedList"/>
    <dgm:cxn modelId="{7653F702-8C94-4EFC-9AA4-C7F6AB704C0B}" type="presParOf" srcId="{46824342-BAAC-443A-9555-BC87EF4F78D6}" destId="{2C55B86A-5A52-4ADD-9E0A-E468FBB7D558}" srcOrd="1" destOrd="0" presId="urn:microsoft.com/office/officeart/2008/layout/LinedList"/>
    <dgm:cxn modelId="{65500AFA-7EF5-4282-9CF1-310BFCE1CBE6}" type="presParOf" srcId="{2C55B86A-5A52-4ADD-9E0A-E468FBB7D558}" destId="{89EF3A7C-8048-4DC8-9631-94418E63ECA3}" srcOrd="0" destOrd="0" presId="urn:microsoft.com/office/officeart/2008/layout/LinedList"/>
    <dgm:cxn modelId="{FFF736ED-F5A9-4A12-B6ED-A47CBFC2FA70}" type="presParOf" srcId="{2C55B86A-5A52-4ADD-9E0A-E468FBB7D558}" destId="{1C643006-7522-4978-A3FE-EB82F85F7A31}" srcOrd="1" destOrd="0" presId="urn:microsoft.com/office/officeart/2008/layout/LinedList"/>
    <dgm:cxn modelId="{3BCEE551-E87E-4E26-899B-94C84067D4DD}" type="presParOf" srcId="{46824342-BAAC-443A-9555-BC87EF4F78D6}" destId="{B845390B-F1D1-4427-9655-AF6BF18B6953}" srcOrd="2" destOrd="0" presId="urn:microsoft.com/office/officeart/2008/layout/LinedList"/>
    <dgm:cxn modelId="{739DE6E5-FE6B-4DB0-B09B-BE84704BFF6E}" type="presParOf" srcId="{46824342-BAAC-443A-9555-BC87EF4F78D6}" destId="{E8711C87-F26E-4D84-BF18-F8FEF9F17318}" srcOrd="3" destOrd="0" presId="urn:microsoft.com/office/officeart/2008/layout/LinedList"/>
    <dgm:cxn modelId="{C9058732-D624-4BC5-917E-6724660A3AF9}" type="presParOf" srcId="{E8711C87-F26E-4D84-BF18-F8FEF9F17318}" destId="{2B2A3916-8707-47DB-B698-A9F08C14E924}" srcOrd="0" destOrd="0" presId="urn:microsoft.com/office/officeart/2008/layout/LinedList"/>
    <dgm:cxn modelId="{5E0E8D41-7DB2-4420-A791-FAA8D8ABCBCA}" type="presParOf" srcId="{E8711C87-F26E-4D84-BF18-F8FEF9F17318}" destId="{ED52D185-DC1F-4EBB-AA26-C31F56F6C5D6}" srcOrd="1" destOrd="0" presId="urn:microsoft.com/office/officeart/2008/layout/LinedList"/>
    <dgm:cxn modelId="{48852980-6746-48F9-BF04-C7B99953F98D}" type="presParOf" srcId="{46824342-BAAC-443A-9555-BC87EF4F78D6}" destId="{550A38EB-4C1E-4FE7-90EE-81FD3C4BA502}" srcOrd="4" destOrd="0" presId="urn:microsoft.com/office/officeart/2008/layout/LinedList"/>
    <dgm:cxn modelId="{E9FD86DD-403B-423B-BF87-F583B20DDEAA}" type="presParOf" srcId="{46824342-BAAC-443A-9555-BC87EF4F78D6}" destId="{863CE90A-96D5-445D-AF10-B23EB4DAAFC3}" srcOrd="5" destOrd="0" presId="urn:microsoft.com/office/officeart/2008/layout/LinedList"/>
    <dgm:cxn modelId="{68FD796E-FAFA-4E41-A95C-DC88E912ED5C}" type="presParOf" srcId="{863CE90A-96D5-445D-AF10-B23EB4DAAFC3}" destId="{CD685AEB-C577-483E-977F-3CC12EFD481E}" srcOrd="0" destOrd="0" presId="urn:microsoft.com/office/officeart/2008/layout/LinedList"/>
    <dgm:cxn modelId="{F5070DFD-C60D-48EA-8CC1-6486842F6F91}" type="presParOf" srcId="{863CE90A-96D5-445D-AF10-B23EB4DAAFC3}" destId="{8B54B1F3-2EDD-41C3-BDA3-76D8BBCB1F4A}" srcOrd="1" destOrd="0" presId="urn:microsoft.com/office/officeart/2008/layout/LinedList"/>
    <dgm:cxn modelId="{B61374D1-F41D-4191-8EA9-2FCC79EDEB9A}" type="presParOf" srcId="{46824342-BAAC-443A-9555-BC87EF4F78D6}" destId="{233E495C-11E3-4642-85DA-EB750AF583D3}" srcOrd="6" destOrd="0" presId="urn:microsoft.com/office/officeart/2008/layout/LinedList"/>
    <dgm:cxn modelId="{A48F9F82-5C1C-4827-9F93-6FC92703C72F}" type="presParOf" srcId="{46824342-BAAC-443A-9555-BC87EF4F78D6}" destId="{98EE8FD5-25B4-459E-998F-1FBBFC313ABD}" srcOrd="7" destOrd="0" presId="urn:microsoft.com/office/officeart/2008/layout/LinedList"/>
    <dgm:cxn modelId="{67A8B635-A420-47CD-8968-588144AA5F63}" type="presParOf" srcId="{98EE8FD5-25B4-459E-998F-1FBBFC313ABD}" destId="{4404D915-6387-433A-91FA-CC7EAC566D00}" srcOrd="0" destOrd="0" presId="urn:microsoft.com/office/officeart/2008/layout/LinedList"/>
    <dgm:cxn modelId="{E92D7B11-F1D8-432F-999B-52EACB0F085B}" type="presParOf" srcId="{98EE8FD5-25B4-459E-998F-1FBBFC313ABD}" destId="{C4F46AA3-B264-4E84-B9F9-763EC5113C1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A7936A-FB6E-4E5A-AD51-6114505B2C37}" type="doc">
      <dgm:prSet loTypeId="urn:microsoft.com/office/officeart/2008/layout/LinedList" loCatId="list" qsTypeId="urn:microsoft.com/office/officeart/2005/8/quickstyle/simple2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5E20B3E-510E-4E6F-B726-ED417602685C}">
      <dgm:prSet/>
      <dgm:spPr/>
      <dgm:t>
        <a:bodyPr/>
        <a:lstStyle/>
        <a:p>
          <a:r>
            <a:rPr lang="en-US"/>
            <a:t>Scraping Reddit (r/anime + subreddite dedicate)</a:t>
          </a:r>
        </a:p>
      </dgm:t>
    </dgm:pt>
    <dgm:pt modelId="{26DBEE68-4DEC-428D-9256-3DB0B7AF971D}" type="parTrans" cxnId="{91FBA4D8-10DD-4301-9D58-C599FD13A276}">
      <dgm:prSet/>
      <dgm:spPr/>
      <dgm:t>
        <a:bodyPr/>
        <a:lstStyle/>
        <a:p>
          <a:endParaRPr lang="en-US"/>
        </a:p>
      </dgm:t>
    </dgm:pt>
    <dgm:pt modelId="{9224DB59-1F5D-4716-9CE0-1DE5D882568F}" type="sibTrans" cxnId="{91FBA4D8-10DD-4301-9D58-C599FD13A276}">
      <dgm:prSet/>
      <dgm:spPr/>
      <dgm:t>
        <a:bodyPr/>
        <a:lstStyle/>
        <a:p>
          <a:endParaRPr lang="en-US"/>
        </a:p>
      </dgm:t>
    </dgm:pt>
    <dgm:pt modelId="{F1017E8A-45B3-4E6E-BD9F-19889414DABD}">
      <dgm:prSet/>
      <dgm:spPr/>
      <dgm:t>
        <a:bodyPr/>
        <a:lstStyle/>
        <a:p>
          <a:r>
            <a:rPr lang="en-US"/>
            <a:t>Capturarea limbajului informal</a:t>
          </a:r>
        </a:p>
      </dgm:t>
    </dgm:pt>
    <dgm:pt modelId="{C498BB6F-E924-4E22-A4E5-D0228FECD187}" type="parTrans" cxnId="{9F63D573-61C9-4BDF-B924-71DFBA274EE0}">
      <dgm:prSet/>
      <dgm:spPr/>
      <dgm:t>
        <a:bodyPr/>
        <a:lstStyle/>
        <a:p>
          <a:endParaRPr lang="en-US"/>
        </a:p>
      </dgm:t>
    </dgm:pt>
    <dgm:pt modelId="{1E4CB4B4-712C-41EB-9AD3-79CE0766E02A}" type="sibTrans" cxnId="{9F63D573-61C9-4BDF-B924-71DFBA274EE0}">
      <dgm:prSet/>
      <dgm:spPr/>
      <dgm:t>
        <a:bodyPr/>
        <a:lstStyle/>
        <a:p>
          <a:endParaRPr lang="en-US"/>
        </a:p>
      </dgm:t>
    </dgm:pt>
    <dgm:pt modelId="{B40969D3-9A3F-462A-B01B-202511422463}">
      <dgm:prSet/>
      <dgm:spPr/>
      <dgm:t>
        <a:bodyPr/>
        <a:lstStyle/>
        <a:p>
          <a:r>
            <a:rPr lang="en-US"/>
            <a:t>Clasificare corectă ca rumor, nu fake</a:t>
          </a:r>
        </a:p>
      </dgm:t>
    </dgm:pt>
    <dgm:pt modelId="{65528148-113A-46C9-BE19-AA47A3BDD78A}" type="parTrans" cxnId="{BBCD4182-1276-4F92-A779-8F6ABA2670D7}">
      <dgm:prSet/>
      <dgm:spPr/>
      <dgm:t>
        <a:bodyPr/>
        <a:lstStyle/>
        <a:p>
          <a:endParaRPr lang="en-US"/>
        </a:p>
      </dgm:t>
    </dgm:pt>
    <dgm:pt modelId="{2D9864F6-12F4-4E11-828F-4660E7EC1948}" type="sibTrans" cxnId="{BBCD4182-1276-4F92-A779-8F6ABA2670D7}">
      <dgm:prSet/>
      <dgm:spPr/>
      <dgm:t>
        <a:bodyPr/>
        <a:lstStyle/>
        <a:p>
          <a:endParaRPr lang="en-US"/>
        </a:p>
      </dgm:t>
    </dgm:pt>
    <dgm:pt modelId="{29536A7E-DB3E-4366-89F5-EF8C30742747}" type="pres">
      <dgm:prSet presAssocID="{70A7936A-FB6E-4E5A-AD51-6114505B2C37}" presName="vert0" presStyleCnt="0">
        <dgm:presLayoutVars>
          <dgm:dir/>
          <dgm:animOne val="branch"/>
          <dgm:animLvl val="lvl"/>
        </dgm:presLayoutVars>
      </dgm:prSet>
      <dgm:spPr/>
    </dgm:pt>
    <dgm:pt modelId="{0827C264-C3FE-42FD-A1F3-86057B9E4F58}" type="pres">
      <dgm:prSet presAssocID="{95E20B3E-510E-4E6F-B726-ED417602685C}" presName="thickLine" presStyleLbl="alignNode1" presStyleIdx="0" presStyleCnt="3"/>
      <dgm:spPr/>
    </dgm:pt>
    <dgm:pt modelId="{7456C15C-075C-47B9-8BE9-A56C441C0847}" type="pres">
      <dgm:prSet presAssocID="{95E20B3E-510E-4E6F-B726-ED417602685C}" presName="horz1" presStyleCnt="0"/>
      <dgm:spPr/>
    </dgm:pt>
    <dgm:pt modelId="{305DBE04-DA3B-4307-B9DB-F4EF9080F9BB}" type="pres">
      <dgm:prSet presAssocID="{95E20B3E-510E-4E6F-B726-ED417602685C}" presName="tx1" presStyleLbl="revTx" presStyleIdx="0" presStyleCnt="3"/>
      <dgm:spPr/>
    </dgm:pt>
    <dgm:pt modelId="{64C51397-7007-4A2A-9F5A-039C2BE274C9}" type="pres">
      <dgm:prSet presAssocID="{95E20B3E-510E-4E6F-B726-ED417602685C}" presName="vert1" presStyleCnt="0"/>
      <dgm:spPr/>
    </dgm:pt>
    <dgm:pt modelId="{F1B2B247-AC2B-417A-B9B6-88EF9C56FBCF}" type="pres">
      <dgm:prSet presAssocID="{F1017E8A-45B3-4E6E-BD9F-19889414DABD}" presName="thickLine" presStyleLbl="alignNode1" presStyleIdx="1" presStyleCnt="3"/>
      <dgm:spPr/>
    </dgm:pt>
    <dgm:pt modelId="{D1BDADFA-91C4-46FD-B15E-83FC8D5D38D8}" type="pres">
      <dgm:prSet presAssocID="{F1017E8A-45B3-4E6E-BD9F-19889414DABD}" presName="horz1" presStyleCnt="0"/>
      <dgm:spPr/>
    </dgm:pt>
    <dgm:pt modelId="{E419D26B-D012-49D6-A42E-158AF6636238}" type="pres">
      <dgm:prSet presAssocID="{F1017E8A-45B3-4E6E-BD9F-19889414DABD}" presName="tx1" presStyleLbl="revTx" presStyleIdx="1" presStyleCnt="3"/>
      <dgm:spPr/>
    </dgm:pt>
    <dgm:pt modelId="{4F3E4231-00A7-4879-912F-4F66BBC19458}" type="pres">
      <dgm:prSet presAssocID="{F1017E8A-45B3-4E6E-BD9F-19889414DABD}" presName="vert1" presStyleCnt="0"/>
      <dgm:spPr/>
    </dgm:pt>
    <dgm:pt modelId="{ECD854FD-754E-484B-AA57-69A71F321084}" type="pres">
      <dgm:prSet presAssocID="{B40969D3-9A3F-462A-B01B-202511422463}" presName="thickLine" presStyleLbl="alignNode1" presStyleIdx="2" presStyleCnt="3"/>
      <dgm:spPr/>
    </dgm:pt>
    <dgm:pt modelId="{EE70120C-6010-48D3-8BDC-EBFBB08665F6}" type="pres">
      <dgm:prSet presAssocID="{B40969D3-9A3F-462A-B01B-202511422463}" presName="horz1" presStyleCnt="0"/>
      <dgm:spPr/>
    </dgm:pt>
    <dgm:pt modelId="{85B487BE-58A1-4998-9EC8-D9106931C29C}" type="pres">
      <dgm:prSet presAssocID="{B40969D3-9A3F-462A-B01B-202511422463}" presName="tx1" presStyleLbl="revTx" presStyleIdx="2" presStyleCnt="3"/>
      <dgm:spPr/>
    </dgm:pt>
    <dgm:pt modelId="{E2CBBF3F-72DB-4ECF-A697-D76CD7810158}" type="pres">
      <dgm:prSet presAssocID="{B40969D3-9A3F-462A-B01B-202511422463}" presName="vert1" presStyleCnt="0"/>
      <dgm:spPr/>
    </dgm:pt>
  </dgm:ptLst>
  <dgm:cxnLst>
    <dgm:cxn modelId="{BAC5C24A-E048-4263-8FE2-5ABC803E15A2}" type="presOf" srcId="{B40969D3-9A3F-462A-B01B-202511422463}" destId="{85B487BE-58A1-4998-9EC8-D9106931C29C}" srcOrd="0" destOrd="0" presId="urn:microsoft.com/office/officeart/2008/layout/LinedList"/>
    <dgm:cxn modelId="{9F63D573-61C9-4BDF-B924-71DFBA274EE0}" srcId="{70A7936A-FB6E-4E5A-AD51-6114505B2C37}" destId="{F1017E8A-45B3-4E6E-BD9F-19889414DABD}" srcOrd="1" destOrd="0" parTransId="{C498BB6F-E924-4E22-A4E5-D0228FECD187}" sibTransId="{1E4CB4B4-712C-41EB-9AD3-79CE0766E02A}"/>
    <dgm:cxn modelId="{BBCD4182-1276-4F92-A779-8F6ABA2670D7}" srcId="{70A7936A-FB6E-4E5A-AD51-6114505B2C37}" destId="{B40969D3-9A3F-462A-B01B-202511422463}" srcOrd="2" destOrd="0" parTransId="{65528148-113A-46C9-BE19-AA47A3BDD78A}" sibTransId="{2D9864F6-12F4-4E11-828F-4660E7EC1948}"/>
    <dgm:cxn modelId="{780F4996-A084-4750-97EC-26A538CAA502}" type="presOf" srcId="{95E20B3E-510E-4E6F-B726-ED417602685C}" destId="{305DBE04-DA3B-4307-B9DB-F4EF9080F9BB}" srcOrd="0" destOrd="0" presId="urn:microsoft.com/office/officeart/2008/layout/LinedList"/>
    <dgm:cxn modelId="{4F51E6AB-1A07-4608-B15D-AE0B5B77EE7A}" type="presOf" srcId="{F1017E8A-45B3-4E6E-BD9F-19889414DABD}" destId="{E419D26B-D012-49D6-A42E-158AF6636238}" srcOrd="0" destOrd="0" presId="urn:microsoft.com/office/officeart/2008/layout/LinedList"/>
    <dgm:cxn modelId="{91FBA4D8-10DD-4301-9D58-C599FD13A276}" srcId="{70A7936A-FB6E-4E5A-AD51-6114505B2C37}" destId="{95E20B3E-510E-4E6F-B726-ED417602685C}" srcOrd="0" destOrd="0" parTransId="{26DBEE68-4DEC-428D-9256-3DB0B7AF971D}" sibTransId="{9224DB59-1F5D-4716-9CE0-1DE5D882568F}"/>
    <dgm:cxn modelId="{EE3D48DF-4688-47D7-9BA2-4A6C4E53CA4A}" type="presOf" srcId="{70A7936A-FB6E-4E5A-AD51-6114505B2C37}" destId="{29536A7E-DB3E-4366-89F5-EF8C30742747}" srcOrd="0" destOrd="0" presId="urn:microsoft.com/office/officeart/2008/layout/LinedList"/>
    <dgm:cxn modelId="{6375C020-35A6-4E61-8720-5B4D98F701C8}" type="presParOf" srcId="{29536A7E-DB3E-4366-89F5-EF8C30742747}" destId="{0827C264-C3FE-42FD-A1F3-86057B9E4F58}" srcOrd="0" destOrd="0" presId="urn:microsoft.com/office/officeart/2008/layout/LinedList"/>
    <dgm:cxn modelId="{441EBEF9-8931-4C93-8BA4-E72E185F5BA2}" type="presParOf" srcId="{29536A7E-DB3E-4366-89F5-EF8C30742747}" destId="{7456C15C-075C-47B9-8BE9-A56C441C0847}" srcOrd="1" destOrd="0" presId="urn:microsoft.com/office/officeart/2008/layout/LinedList"/>
    <dgm:cxn modelId="{4F0D89F3-1127-4AA8-9BE8-AA69BC00B503}" type="presParOf" srcId="{7456C15C-075C-47B9-8BE9-A56C441C0847}" destId="{305DBE04-DA3B-4307-B9DB-F4EF9080F9BB}" srcOrd="0" destOrd="0" presId="urn:microsoft.com/office/officeart/2008/layout/LinedList"/>
    <dgm:cxn modelId="{B8CBEDAE-290A-419E-BEDD-BE3FB0EA8E46}" type="presParOf" srcId="{7456C15C-075C-47B9-8BE9-A56C441C0847}" destId="{64C51397-7007-4A2A-9F5A-039C2BE274C9}" srcOrd="1" destOrd="0" presId="urn:microsoft.com/office/officeart/2008/layout/LinedList"/>
    <dgm:cxn modelId="{A4422B0C-44C5-4751-AD91-0C80168CE054}" type="presParOf" srcId="{29536A7E-DB3E-4366-89F5-EF8C30742747}" destId="{F1B2B247-AC2B-417A-B9B6-88EF9C56FBCF}" srcOrd="2" destOrd="0" presId="urn:microsoft.com/office/officeart/2008/layout/LinedList"/>
    <dgm:cxn modelId="{1E81A22F-7390-4413-B253-EC564F56F95F}" type="presParOf" srcId="{29536A7E-DB3E-4366-89F5-EF8C30742747}" destId="{D1BDADFA-91C4-46FD-B15E-83FC8D5D38D8}" srcOrd="3" destOrd="0" presId="urn:microsoft.com/office/officeart/2008/layout/LinedList"/>
    <dgm:cxn modelId="{4DC34505-9171-463D-A490-539414DF7647}" type="presParOf" srcId="{D1BDADFA-91C4-46FD-B15E-83FC8D5D38D8}" destId="{E419D26B-D012-49D6-A42E-158AF6636238}" srcOrd="0" destOrd="0" presId="urn:microsoft.com/office/officeart/2008/layout/LinedList"/>
    <dgm:cxn modelId="{238F3600-FEE5-454F-B57D-94E910922FA4}" type="presParOf" srcId="{D1BDADFA-91C4-46FD-B15E-83FC8D5D38D8}" destId="{4F3E4231-00A7-4879-912F-4F66BBC19458}" srcOrd="1" destOrd="0" presId="urn:microsoft.com/office/officeart/2008/layout/LinedList"/>
    <dgm:cxn modelId="{729C976C-9AF8-43EE-AA7E-C023E872F2B4}" type="presParOf" srcId="{29536A7E-DB3E-4366-89F5-EF8C30742747}" destId="{ECD854FD-754E-484B-AA57-69A71F321084}" srcOrd="4" destOrd="0" presId="urn:microsoft.com/office/officeart/2008/layout/LinedList"/>
    <dgm:cxn modelId="{FE4689B7-48B0-4115-BF7D-FC6D968831FC}" type="presParOf" srcId="{29536A7E-DB3E-4366-89F5-EF8C30742747}" destId="{EE70120C-6010-48D3-8BDC-EBFBB08665F6}" srcOrd="5" destOrd="0" presId="urn:microsoft.com/office/officeart/2008/layout/LinedList"/>
    <dgm:cxn modelId="{6564F9FE-0C8C-4CF7-9E0E-E98C6E10662C}" type="presParOf" srcId="{EE70120C-6010-48D3-8BDC-EBFBB08665F6}" destId="{85B487BE-58A1-4998-9EC8-D9106931C29C}" srcOrd="0" destOrd="0" presId="urn:microsoft.com/office/officeart/2008/layout/LinedList"/>
    <dgm:cxn modelId="{997CBB51-B789-4EA5-B08A-F310D229A6C8}" type="presParOf" srcId="{EE70120C-6010-48D3-8BDC-EBFBB08665F6}" destId="{E2CBBF3F-72DB-4ECF-A697-D76CD781015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9CB26CA-6579-4ED0-AAFD-34F880EA50C7}" type="doc">
      <dgm:prSet loTypeId="urn:microsoft.com/office/officeart/2005/8/layout/vList2" loCatId="list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3E36A5C7-B860-47AE-8A69-570C8AA65A97}">
      <dgm:prSet/>
      <dgm:spPr/>
      <dgm:t>
        <a:bodyPr/>
        <a:lstStyle/>
        <a:p>
          <a:r>
            <a:rPr lang="en-US"/>
            <a:t>Prima încercare: generare automată (rezultate neconvingătoare)</a:t>
          </a:r>
        </a:p>
      </dgm:t>
    </dgm:pt>
    <dgm:pt modelId="{2DC84BCE-8A8B-4F5F-B823-B22AB9820845}" type="parTrans" cxnId="{899CDC79-5C1C-404D-B907-A3FC26E673E2}">
      <dgm:prSet/>
      <dgm:spPr/>
      <dgm:t>
        <a:bodyPr/>
        <a:lstStyle/>
        <a:p>
          <a:endParaRPr lang="en-US"/>
        </a:p>
      </dgm:t>
    </dgm:pt>
    <dgm:pt modelId="{5F10811B-D062-4692-932A-BB017ED69E86}" type="sibTrans" cxnId="{899CDC79-5C1C-404D-B907-A3FC26E673E2}">
      <dgm:prSet/>
      <dgm:spPr/>
      <dgm:t>
        <a:bodyPr/>
        <a:lstStyle/>
        <a:p>
          <a:endParaRPr lang="en-US"/>
        </a:p>
      </dgm:t>
    </dgm:pt>
    <dgm:pt modelId="{7A3230C5-6EFC-4CC6-8D93-6E182F066DFA}">
      <dgm:prSet/>
      <dgm:spPr/>
      <dgm:t>
        <a:bodyPr/>
        <a:lstStyle/>
        <a:p>
          <a:r>
            <a:rPr lang="en-US"/>
            <a:t>Soluția adoptată: scraping pentru fake real</a:t>
          </a:r>
        </a:p>
      </dgm:t>
    </dgm:pt>
    <dgm:pt modelId="{707CCF27-B1A4-477B-A054-99388B63AFF0}" type="parTrans" cxnId="{6AA7BEE2-406A-4078-9BAC-5E62D34AA648}">
      <dgm:prSet/>
      <dgm:spPr/>
      <dgm:t>
        <a:bodyPr/>
        <a:lstStyle/>
        <a:p>
          <a:endParaRPr lang="en-US"/>
        </a:p>
      </dgm:t>
    </dgm:pt>
    <dgm:pt modelId="{70D6D97E-B276-4F90-8607-6F6D17BE9368}" type="sibTrans" cxnId="{6AA7BEE2-406A-4078-9BAC-5E62D34AA648}">
      <dgm:prSet/>
      <dgm:spPr/>
      <dgm:t>
        <a:bodyPr/>
        <a:lstStyle/>
        <a:p>
          <a:endParaRPr lang="en-US"/>
        </a:p>
      </dgm:t>
    </dgm:pt>
    <dgm:pt modelId="{A4B0E45B-B2B3-4FE4-81C3-CA189C7A41CC}">
      <dgm:prSet/>
      <dgm:spPr/>
      <dgm:t>
        <a:bodyPr/>
        <a:lstStyle/>
        <a:p>
          <a:r>
            <a:rPr lang="en-US"/>
            <a:t>Completare cu synthetic data acolo unde a fost util</a:t>
          </a:r>
        </a:p>
      </dgm:t>
    </dgm:pt>
    <dgm:pt modelId="{633FFD77-7198-47AB-B6C6-E2EF690C047B}" type="parTrans" cxnId="{C90B64E1-39C0-4506-89CA-AAC3DFAF8FE4}">
      <dgm:prSet/>
      <dgm:spPr/>
      <dgm:t>
        <a:bodyPr/>
        <a:lstStyle/>
        <a:p>
          <a:endParaRPr lang="en-US"/>
        </a:p>
      </dgm:t>
    </dgm:pt>
    <dgm:pt modelId="{18BBB718-30BB-4159-A4D2-D0B7A0916A50}" type="sibTrans" cxnId="{C90B64E1-39C0-4506-89CA-AAC3DFAF8FE4}">
      <dgm:prSet/>
      <dgm:spPr/>
      <dgm:t>
        <a:bodyPr/>
        <a:lstStyle/>
        <a:p>
          <a:endParaRPr lang="en-US"/>
        </a:p>
      </dgm:t>
    </dgm:pt>
    <dgm:pt modelId="{934D1CB0-4BA0-4965-9D77-8BF98CEB6CF4}" type="pres">
      <dgm:prSet presAssocID="{E9CB26CA-6579-4ED0-AAFD-34F880EA50C7}" presName="linear" presStyleCnt="0">
        <dgm:presLayoutVars>
          <dgm:animLvl val="lvl"/>
          <dgm:resizeHandles val="exact"/>
        </dgm:presLayoutVars>
      </dgm:prSet>
      <dgm:spPr/>
    </dgm:pt>
    <dgm:pt modelId="{A046FE2E-DAD9-44E4-AE9E-8BA4BE2F8219}" type="pres">
      <dgm:prSet presAssocID="{3E36A5C7-B860-47AE-8A69-570C8AA65A9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A69E46C-956D-4029-B468-55E8D7DB1793}" type="pres">
      <dgm:prSet presAssocID="{5F10811B-D062-4692-932A-BB017ED69E86}" presName="spacer" presStyleCnt="0"/>
      <dgm:spPr/>
    </dgm:pt>
    <dgm:pt modelId="{177E3AE2-F02E-478A-848C-07FC83AA9AA3}" type="pres">
      <dgm:prSet presAssocID="{7A3230C5-6EFC-4CC6-8D93-6E182F066DF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D327D66-9651-436D-A773-C3C46AAB9CD4}" type="pres">
      <dgm:prSet presAssocID="{70D6D97E-B276-4F90-8607-6F6D17BE9368}" presName="spacer" presStyleCnt="0"/>
      <dgm:spPr/>
    </dgm:pt>
    <dgm:pt modelId="{2852FFDA-B546-4D93-A65A-F752EEBE405E}" type="pres">
      <dgm:prSet presAssocID="{A4B0E45B-B2B3-4FE4-81C3-CA189C7A41C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0206008-F4D2-4386-B436-CFD9C4C9A91A}" type="presOf" srcId="{A4B0E45B-B2B3-4FE4-81C3-CA189C7A41CC}" destId="{2852FFDA-B546-4D93-A65A-F752EEBE405E}" srcOrd="0" destOrd="0" presId="urn:microsoft.com/office/officeart/2005/8/layout/vList2"/>
    <dgm:cxn modelId="{3ED4A669-A1A9-4442-8F47-1BB91C83756F}" type="presOf" srcId="{7A3230C5-6EFC-4CC6-8D93-6E182F066DFA}" destId="{177E3AE2-F02E-478A-848C-07FC83AA9AA3}" srcOrd="0" destOrd="0" presId="urn:microsoft.com/office/officeart/2005/8/layout/vList2"/>
    <dgm:cxn modelId="{74240E6D-6D92-4DD4-860E-7647B3AF93F5}" type="presOf" srcId="{E9CB26CA-6579-4ED0-AAFD-34F880EA50C7}" destId="{934D1CB0-4BA0-4965-9D77-8BF98CEB6CF4}" srcOrd="0" destOrd="0" presId="urn:microsoft.com/office/officeart/2005/8/layout/vList2"/>
    <dgm:cxn modelId="{899CDC79-5C1C-404D-B907-A3FC26E673E2}" srcId="{E9CB26CA-6579-4ED0-AAFD-34F880EA50C7}" destId="{3E36A5C7-B860-47AE-8A69-570C8AA65A97}" srcOrd="0" destOrd="0" parTransId="{2DC84BCE-8A8B-4F5F-B823-B22AB9820845}" sibTransId="{5F10811B-D062-4692-932A-BB017ED69E86}"/>
    <dgm:cxn modelId="{C90B64E1-39C0-4506-89CA-AAC3DFAF8FE4}" srcId="{E9CB26CA-6579-4ED0-AAFD-34F880EA50C7}" destId="{A4B0E45B-B2B3-4FE4-81C3-CA189C7A41CC}" srcOrd="2" destOrd="0" parTransId="{633FFD77-7198-47AB-B6C6-E2EF690C047B}" sibTransId="{18BBB718-30BB-4159-A4D2-D0B7A0916A50}"/>
    <dgm:cxn modelId="{6AA7BEE2-406A-4078-9BAC-5E62D34AA648}" srcId="{E9CB26CA-6579-4ED0-AAFD-34F880EA50C7}" destId="{7A3230C5-6EFC-4CC6-8D93-6E182F066DFA}" srcOrd="1" destOrd="0" parTransId="{707CCF27-B1A4-477B-A054-99388B63AFF0}" sibTransId="{70D6D97E-B276-4F90-8607-6F6D17BE9368}"/>
    <dgm:cxn modelId="{858577F9-1937-4AE9-A9DB-931932D8163C}" type="presOf" srcId="{3E36A5C7-B860-47AE-8A69-570C8AA65A97}" destId="{A046FE2E-DAD9-44E4-AE9E-8BA4BE2F8219}" srcOrd="0" destOrd="0" presId="urn:microsoft.com/office/officeart/2005/8/layout/vList2"/>
    <dgm:cxn modelId="{405B38C4-AE56-42B4-A60A-EFE09FA171DC}" type="presParOf" srcId="{934D1CB0-4BA0-4965-9D77-8BF98CEB6CF4}" destId="{A046FE2E-DAD9-44E4-AE9E-8BA4BE2F8219}" srcOrd="0" destOrd="0" presId="urn:microsoft.com/office/officeart/2005/8/layout/vList2"/>
    <dgm:cxn modelId="{CB8F59B8-752E-43F0-8AE9-13282F339922}" type="presParOf" srcId="{934D1CB0-4BA0-4965-9D77-8BF98CEB6CF4}" destId="{8A69E46C-956D-4029-B468-55E8D7DB1793}" srcOrd="1" destOrd="0" presId="urn:microsoft.com/office/officeart/2005/8/layout/vList2"/>
    <dgm:cxn modelId="{0D08747C-002C-4C38-8781-CD420390DB3E}" type="presParOf" srcId="{934D1CB0-4BA0-4965-9D77-8BF98CEB6CF4}" destId="{177E3AE2-F02E-478A-848C-07FC83AA9AA3}" srcOrd="2" destOrd="0" presId="urn:microsoft.com/office/officeart/2005/8/layout/vList2"/>
    <dgm:cxn modelId="{A2A4838A-81F4-4511-9A82-D467FEBC98A9}" type="presParOf" srcId="{934D1CB0-4BA0-4965-9D77-8BF98CEB6CF4}" destId="{CD327D66-9651-436D-A773-C3C46AAB9CD4}" srcOrd="3" destOrd="0" presId="urn:microsoft.com/office/officeart/2005/8/layout/vList2"/>
    <dgm:cxn modelId="{87EDEDBB-DEFA-4967-AF50-46F738D907AE}" type="presParOf" srcId="{934D1CB0-4BA0-4965-9D77-8BF98CEB6CF4}" destId="{2852FFDA-B546-4D93-A65A-F752EEBE405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7CE1B80-E445-4B1D-8A9E-078E69AEEE65}" type="doc">
      <dgm:prSet loTypeId="urn:microsoft.com/office/officeart/2008/layout/LinedLis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502B391-8C46-4ABD-A14A-5CDC2FB98591}">
      <dgm:prSet/>
      <dgm:spPr/>
      <dgm:t>
        <a:bodyPr/>
        <a:lstStyle/>
        <a:p>
          <a:r>
            <a:rPr lang="en-US"/>
            <a:t>Combinarea surselor într-un singur CSV</a:t>
          </a:r>
        </a:p>
      </dgm:t>
    </dgm:pt>
    <dgm:pt modelId="{4013E55E-313A-4B32-92D2-FFE2CAD46215}" type="parTrans" cxnId="{B88CDFA8-CE3D-4957-BEF6-680BC4880181}">
      <dgm:prSet/>
      <dgm:spPr/>
      <dgm:t>
        <a:bodyPr/>
        <a:lstStyle/>
        <a:p>
          <a:endParaRPr lang="en-US"/>
        </a:p>
      </dgm:t>
    </dgm:pt>
    <dgm:pt modelId="{4979D146-C1D2-445A-99A8-3F3ABE04AB2B}" type="sibTrans" cxnId="{B88CDFA8-CE3D-4957-BEF6-680BC4880181}">
      <dgm:prSet/>
      <dgm:spPr/>
      <dgm:t>
        <a:bodyPr/>
        <a:lstStyle/>
        <a:p>
          <a:endParaRPr lang="en-US"/>
        </a:p>
      </dgm:t>
    </dgm:pt>
    <dgm:pt modelId="{AB6540B0-E538-4625-90AB-0302DD019D02}">
      <dgm:prSet/>
      <dgm:spPr/>
      <dgm:t>
        <a:bodyPr/>
        <a:lstStyle/>
        <a:p>
          <a:r>
            <a:rPr lang="en-US"/>
            <a:t>Standardizare și verificare dubluri</a:t>
          </a:r>
        </a:p>
      </dgm:t>
    </dgm:pt>
    <dgm:pt modelId="{F71DDB74-F32F-44DA-A5F3-54FE100005B3}" type="parTrans" cxnId="{E9FF6553-559A-47BF-B464-25BA8563CF8C}">
      <dgm:prSet/>
      <dgm:spPr/>
      <dgm:t>
        <a:bodyPr/>
        <a:lstStyle/>
        <a:p>
          <a:endParaRPr lang="en-US"/>
        </a:p>
      </dgm:t>
    </dgm:pt>
    <dgm:pt modelId="{43F47EE5-7695-44FF-9259-4C3ECFDD67E3}" type="sibTrans" cxnId="{E9FF6553-559A-47BF-B464-25BA8563CF8C}">
      <dgm:prSet/>
      <dgm:spPr/>
      <dgm:t>
        <a:bodyPr/>
        <a:lstStyle/>
        <a:p>
          <a:endParaRPr lang="en-US"/>
        </a:p>
      </dgm:t>
    </dgm:pt>
    <dgm:pt modelId="{3C76A5CC-1C7B-4A13-A4EB-7049E9A4C008}">
      <dgm:prSet/>
      <dgm:spPr/>
      <dgm:t>
        <a:bodyPr/>
        <a:lstStyle/>
        <a:p>
          <a:r>
            <a:rPr lang="en-US"/>
            <a:t>Distribuția datasetului: rumor &gt; real &gt; fake</a:t>
          </a:r>
        </a:p>
      </dgm:t>
    </dgm:pt>
    <dgm:pt modelId="{C3F5CB5A-AFC7-4949-ACA6-C5232E99C05A}" type="parTrans" cxnId="{579EC2EE-2572-42F5-A994-AE567F3E8AD7}">
      <dgm:prSet/>
      <dgm:spPr/>
      <dgm:t>
        <a:bodyPr/>
        <a:lstStyle/>
        <a:p>
          <a:endParaRPr lang="en-US"/>
        </a:p>
      </dgm:t>
    </dgm:pt>
    <dgm:pt modelId="{43A0DAA7-1685-46EE-B306-6B64179C9D3A}" type="sibTrans" cxnId="{579EC2EE-2572-42F5-A994-AE567F3E8AD7}">
      <dgm:prSet/>
      <dgm:spPr/>
      <dgm:t>
        <a:bodyPr/>
        <a:lstStyle/>
        <a:p>
          <a:endParaRPr lang="en-US"/>
        </a:p>
      </dgm:t>
    </dgm:pt>
    <dgm:pt modelId="{901A8E75-A275-435D-BC23-6478AC97EBEF}" type="pres">
      <dgm:prSet presAssocID="{27CE1B80-E445-4B1D-8A9E-078E69AEEE65}" presName="vert0" presStyleCnt="0">
        <dgm:presLayoutVars>
          <dgm:dir/>
          <dgm:animOne val="branch"/>
          <dgm:animLvl val="lvl"/>
        </dgm:presLayoutVars>
      </dgm:prSet>
      <dgm:spPr/>
    </dgm:pt>
    <dgm:pt modelId="{7AC53E78-5644-42CE-B00C-C07A9F046B90}" type="pres">
      <dgm:prSet presAssocID="{8502B391-8C46-4ABD-A14A-5CDC2FB98591}" presName="thickLine" presStyleLbl="alignNode1" presStyleIdx="0" presStyleCnt="3"/>
      <dgm:spPr/>
    </dgm:pt>
    <dgm:pt modelId="{56FF1B6A-AD95-45AC-9C62-2EEECEA86941}" type="pres">
      <dgm:prSet presAssocID="{8502B391-8C46-4ABD-A14A-5CDC2FB98591}" presName="horz1" presStyleCnt="0"/>
      <dgm:spPr/>
    </dgm:pt>
    <dgm:pt modelId="{D5A6273F-14B2-44A9-AE55-A6F6ABABBAEC}" type="pres">
      <dgm:prSet presAssocID="{8502B391-8C46-4ABD-A14A-5CDC2FB98591}" presName="tx1" presStyleLbl="revTx" presStyleIdx="0" presStyleCnt="3"/>
      <dgm:spPr/>
    </dgm:pt>
    <dgm:pt modelId="{E6884190-E7E7-49AE-B2E3-FB5A55AD698B}" type="pres">
      <dgm:prSet presAssocID="{8502B391-8C46-4ABD-A14A-5CDC2FB98591}" presName="vert1" presStyleCnt="0"/>
      <dgm:spPr/>
    </dgm:pt>
    <dgm:pt modelId="{57A7B811-35BF-47E8-A26F-6A9E2513B39B}" type="pres">
      <dgm:prSet presAssocID="{AB6540B0-E538-4625-90AB-0302DD019D02}" presName="thickLine" presStyleLbl="alignNode1" presStyleIdx="1" presStyleCnt="3"/>
      <dgm:spPr/>
    </dgm:pt>
    <dgm:pt modelId="{439BD4BD-E0DD-45C3-9069-B884786BECED}" type="pres">
      <dgm:prSet presAssocID="{AB6540B0-E538-4625-90AB-0302DD019D02}" presName="horz1" presStyleCnt="0"/>
      <dgm:spPr/>
    </dgm:pt>
    <dgm:pt modelId="{692FE2E7-7BE3-4943-B833-59FDE2E38BAA}" type="pres">
      <dgm:prSet presAssocID="{AB6540B0-E538-4625-90AB-0302DD019D02}" presName="tx1" presStyleLbl="revTx" presStyleIdx="1" presStyleCnt="3"/>
      <dgm:spPr/>
    </dgm:pt>
    <dgm:pt modelId="{3E730FB5-3E0C-4F74-A863-078D1F2E99B7}" type="pres">
      <dgm:prSet presAssocID="{AB6540B0-E538-4625-90AB-0302DD019D02}" presName="vert1" presStyleCnt="0"/>
      <dgm:spPr/>
    </dgm:pt>
    <dgm:pt modelId="{DE9C5358-BB65-44C8-A1AA-E64A3EB18224}" type="pres">
      <dgm:prSet presAssocID="{3C76A5CC-1C7B-4A13-A4EB-7049E9A4C008}" presName="thickLine" presStyleLbl="alignNode1" presStyleIdx="2" presStyleCnt="3"/>
      <dgm:spPr/>
    </dgm:pt>
    <dgm:pt modelId="{DD0E13C1-3CE1-40AE-9B7B-70634CE6BC57}" type="pres">
      <dgm:prSet presAssocID="{3C76A5CC-1C7B-4A13-A4EB-7049E9A4C008}" presName="horz1" presStyleCnt="0"/>
      <dgm:spPr/>
    </dgm:pt>
    <dgm:pt modelId="{E0C52EF8-535E-4393-BB0A-F8F71AA9324F}" type="pres">
      <dgm:prSet presAssocID="{3C76A5CC-1C7B-4A13-A4EB-7049E9A4C008}" presName="tx1" presStyleLbl="revTx" presStyleIdx="2" presStyleCnt="3"/>
      <dgm:spPr/>
    </dgm:pt>
    <dgm:pt modelId="{D4EF9BB5-ED0A-4FB4-B6B6-8A680B4ADE03}" type="pres">
      <dgm:prSet presAssocID="{3C76A5CC-1C7B-4A13-A4EB-7049E9A4C008}" presName="vert1" presStyleCnt="0"/>
      <dgm:spPr/>
    </dgm:pt>
  </dgm:ptLst>
  <dgm:cxnLst>
    <dgm:cxn modelId="{53497F38-F264-4472-8954-30CBE24B3C84}" type="presOf" srcId="{27CE1B80-E445-4B1D-8A9E-078E69AEEE65}" destId="{901A8E75-A275-435D-BC23-6478AC97EBEF}" srcOrd="0" destOrd="0" presId="urn:microsoft.com/office/officeart/2008/layout/LinedList"/>
    <dgm:cxn modelId="{5CC1F964-53B5-4302-A23F-2BDFB0DBC295}" type="presOf" srcId="{8502B391-8C46-4ABD-A14A-5CDC2FB98591}" destId="{D5A6273F-14B2-44A9-AE55-A6F6ABABBAEC}" srcOrd="0" destOrd="0" presId="urn:microsoft.com/office/officeart/2008/layout/LinedList"/>
    <dgm:cxn modelId="{E9FF6553-559A-47BF-B464-25BA8563CF8C}" srcId="{27CE1B80-E445-4B1D-8A9E-078E69AEEE65}" destId="{AB6540B0-E538-4625-90AB-0302DD019D02}" srcOrd="1" destOrd="0" parTransId="{F71DDB74-F32F-44DA-A5F3-54FE100005B3}" sibTransId="{43F47EE5-7695-44FF-9259-4C3ECFDD67E3}"/>
    <dgm:cxn modelId="{EE697553-9972-431C-A728-35CC96AF042D}" type="presOf" srcId="{AB6540B0-E538-4625-90AB-0302DD019D02}" destId="{692FE2E7-7BE3-4943-B833-59FDE2E38BAA}" srcOrd="0" destOrd="0" presId="urn:microsoft.com/office/officeart/2008/layout/LinedList"/>
    <dgm:cxn modelId="{10A28F81-D511-446E-85BD-0E80AAED25DD}" type="presOf" srcId="{3C76A5CC-1C7B-4A13-A4EB-7049E9A4C008}" destId="{E0C52EF8-535E-4393-BB0A-F8F71AA9324F}" srcOrd="0" destOrd="0" presId="urn:microsoft.com/office/officeart/2008/layout/LinedList"/>
    <dgm:cxn modelId="{B88CDFA8-CE3D-4957-BEF6-680BC4880181}" srcId="{27CE1B80-E445-4B1D-8A9E-078E69AEEE65}" destId="{8502B391-8C46-4ABD-A14A-5CDC2FB98591}" srcOrd="0" destOrd="0" parTransId="{4013E55E-313A-4B32-92D2-FFE2CAD46215}" sibTransId="{4979D146-C1D2-445A-99A8-3F3ABE04AB2B}"/>
    <dgm:cxn modelId="{579EC2EE-2572-42F5-A994-AE567F3E8AD7}" srcId="{27CE1B80-E445-4B1D-8A9E-078E69AEEE65}" destId="{3C76A5CC-1C7B-4A13-A4EB-7049E9A4C008}" srcOrd="2" destOrd="0" parTransId="{C3F5CB5A-AFC7-4949-ACA6-C5232E99C05A}" sibTransId="{43A0DAA7-1685-46EE-B306-6B64179C9D3A}"/>
    <dgm:cxn modelId="{346A31D3-15B5-45CB-BB3F-D4599C09876E}" type="presParOf" srcId="{901A8E75-A275-435D-BC23-6478AC97EBEF}" destId="{7AC53E78-5644-42CE-B00C-C07A9F046B90}" srcOrd="0" destOrd="0" presId="urn:microsoft.com/office/officeart/2008/layout/LinedList"/>
    <dgm:cxn modelId="{DC58B072-CE60-44B8-95D3-6452479FDAF5}" type="presParOf" srcId="{901A8E75-A275-435D-BC23-6478AC97EBEF}" destId="{56FF1B6A-AD95-45AC-9C62-2EEECEA86941}" srcOrd="1" destOrd="0" presId="urn:microsoft.com/office/officeart/2008/layout/LinedList"/>
    <dgm:cxn modelId="{38E48CDB-EF97-416A-B9D9-41A527E2D1F6}" type="presParOf" srcId="{56FF1B6A-AD95-45AC-9C62-2EEECEA86941}" destId="{D5A6273F-14B2-44A9-AE55-A6F6ABABBAEC}" srcOrd="0" destOrd="0" presId="urn:microsoft.com/office/officeart/2008/layout/LinedList"/>
    <dgm:cxn modelId="{3DD57AD6-99BB-47EF-BCC0-54BF89DC85A0}" type="presParOf" srcId="{56FF1B6A-AD95-45AC-9C62-2EEECEA86941}" destId="{E6884190-E7E7-49AE-B2E3-FB5A55AD698B}" srcOrd="1" destOrd="0" presId="urn:microsoft.com/office/officeart/2008/layout/LinedList"/>
    <dgm:cxn modelId="{3C0980EF-1997-4DD3-95E0-98F97F482C26}" type="presParOf" srcId="{901A8E75-A275-435D-BC23-6478AC97EBEF}" destId="{57A7B811-35BF-47E8-A26F-6A9E2513B39B}" srcOrd="2" destOrd="0" presId="urn:microsoft.com/office/officeart/2008/layout/LinedList"/>
    <dgm:cxn modelId="{EA28C98C-7457-41C5-B496-46444A5D0F78}" type="presParOf" srcId="{901A8E75-A275-435D-BC23-6478AC97EBEF}" destId="{439BD4BD-E0DD-45C3-9069-B884786BECED}" srcOrd="3" destOrd="0" presId="urn:microsoft.com/office/officeart/2008/layout/LinedList"/>
    <dgm:cxn modelId="{15003661-F2BF-4BEF-B89A-F1AB499A3758}" type="presParOf" srcId="{439BD4BD-E0DD-45C3-9069-B884786BECED}" destId="{692FE2E7-7BE3-4943-B833-59FDE2E38BAA}" srcOrd="0" destOrd="0" presId="urn:microsoft.com/office/officeart/2008/layout/LinedList"/>
    <dgm:cxn modelId="{A0DB6F08-59C7-429E-A6E0-0EA04B394DA3}" type="presParOf" srcId="{439BD4BD-E0DD-45C3-9069-B884786BECED}" destId="{3E730FB5-3E0C-4F74-A863-078D1F2E99B7}" srcOrd="1" destOrd="0" presId="urn:microsoft.com/office/officeart/2008/layout/LinedList"/>
    <dgm:cxn modelId="{921DF2CD-AB81-46BA-A9B0-60F30647396A}" type="presParOf" srcId="{901A8E75-A275-435D-BC23-6478AC97EBEF}" destId="{DE9C5358-BB65-44C8-A1AA-E64A3EB18224}" srcOrd="4" destOrd="0" presId="urn:microsoft.com/office/officeart/2008/layout/LinedList"/>
    <dgm:cxn modelId="{8DC2236A-ABAA-4059-909A-B7F2EF86518D}" type="presParOf" srcId="{901A8E75-A275-435D-BC23-6478AC97EBEF}" destId="{DD0E13C1-3CE1-40AE-9B7B-70634CE6BC57}" srcOrd="5" destOrd="0" presId="urn:microsoft.com/office/officeart/2008/layout/LinedList"/>
    <dgm:cxn modelId="{042DC07B-345C-4B73-AAC9-E028481ABBE1}" type="presParOf" srcId="{DD0E13C1-3CE1-40AE-9B7B-70634CE6BC57}" destId="{E0C52EF8-535E-4393-BB0A-F8F71AA9324F}" srcOrd="0" destOrd="0" presId="urn:microsoft.com/office/officeart/2008/layout/LinedList"/>
    <dgm:cxn modelId="{F0CCC721-57FA-4254-85D2-CF36A56A23C1}" type="presParOf" srcId="{DD0E13C1-3CE1-40AE-9B7B-70634CE6BC57}" destId="{D4EF9BB5-ED0A-4FB4-B6B6-8A680B4ADE0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20AD454-DBA2-45B2-BCFF-EF9DE9ABFF79}" type="doc">
      <dgm:prSet loTypeId="urn:microsoft.com/office/officeart/2005/8/layout/vList2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DB557205-1493-471D-9268-C9A5992C6CD8}">
      <dgm:prSet/>
      <dgm:spPr/>
      <dgm:t>
        <a:bodyPr/>
        <a:lstStyle/>
        <a:p>
          <a:r>
            <a:rPr lang="en-US"/>
            <a:t>TF-IDF cu n-gram (1-2)</a:t>
          </a:r>
        </a:p>
      </dgm:t>
    </dgm:pt>
    <dgm:pt modelId="{AE866218-CA57-4BDD-B20E-B201BB6EE49B}" type="parTrans" cxnId="{495E92AE-434E-4227-9C45-2F0CB12211BE}">
      <dgm:prSet/>
      <dgm:spPr/>
      <dgm:t>
        <a:bodyPr/>
        <a:lstStyle/>
        <a:p>
          <a:endParaRPr lang="en-US"/>
        </a:p>
      </dgm:t>
    </dgm:pt>
    <dgm:pt modelId="{4FDCB39C-DB4A-4C82-A731-7383E2E894DB}" type="sibTrans" cxnId="{495E92AE-434E-4227-9C45-2F0CB12211BE}">
      <dgm:prSet/>
      <dgm:spPr/>
      <dgm:t>
        <a:bodyPr/>
        <a:lstStyle/>
        <a:p>
          <a:endParaRPr lang="en-US"/>
        </a:p>
      </dgm:t>
    </dgm:pt>
    <dgm:pt modelId="{9FD95A36-9973-473B-BECF-7689C51F0A4D}">
      <dgm:prSet/>
      <dgm:spPr/>
      <dgm:t>
        <a:bodyPr/>
        <a:lstStyle/>
        <a:p>
          <a:r>
            <a:rPr lang="en-US"/>
            <a:t>max_features = 50,000</a:t>
          </a:r>
        </a:p>
      </dgm:t>
    </dgm:pt>
    <dgm:pt modelId="{47AEAAED-019A-467F-800F-643869EC5337}" type="parTrans" cxnId="{5C786029-5FE9-4314-839A-074DA3A6184B}">
      <dgm:prSet/>
      <dgm:spPr/>
      <dgm:t>
        <a:bodyPr/>
        <a:lstStyle/>
        <a:p>
          <a:endParaRPr lang="en-US"/>
        </a:p>
      </dgm:t>
    </dgm:pt>
    <dgm:pt modelId="{8E60E278-0E71-497D-B3C3-DDF05BBD83C9}" type="sibTrans" cxnId="{5C786029-5FE9-4314-839A-074DA3A6184B}">
      <dgm:prSet/>
      <dgm:spPr/>
      <dgm:t>
        <a:bodyPr/>
        <a:lstStyle/>
        <a:p>
          <a:endParaRPr lang="en-US"/>
        </a:p>
      </dgm:t>
    </dgm:pt>
    <dgm:pt modelId="{87D72C8C-CDF2-484D-BEF6-1BA9E0499B82}">
      <dgm:prSet/>
      <dgm:spPr/>
      <dgm:t>
        <a:bodyPr/>
        <a:lstStyle/>
        <a:p>
          <a:r>
            <a:rPr lang="en-US"/>
            <a:t>Stopwords removal</a:t>
          </a:r>
        </a:p>
      </dgm:t>
    </dgm:pt>
    <dgm:pt modelId="{5AADDA45-9DA4-4771-9116-1DC6B1602890}" type="parTrans" cxnId="{8248840B-3EBB-4489-81BB-A99307B984CD}">
      <dgm:prSet/>
      <dgm:spPr/>
      <dgm:t>
        <a:bodyPr/>
        <a:lstStyle/>
        <a:p>
          <a:endParaRPr lang="en-US"/>
        </a:p>
      </dgm:t>
    </dgm:pt>
    <dgm:pt modelId="{AEA30E4D-4416-49AB-A7CB-68DCC9BB9C4C}" type="sibTrans" cxnId="{8248840B-3EBB-4489-81BB-A99307B984CD}">
      <dgm:prSet/>
      <dgm:spPr/>
      <dgm:t>
        <a:bodyPr/>
        <a:lstStyle/>
        <a:p>
          <a:endParaRPr lang="en-US"/>
        </a:p>
      </dgm:t>
    </dgm:pt>
    <dgm:pt modelId="{721D9190-9104-4B24-AE7B-50D1C5A7CB24}">
      <dgm:prSet/>
      <dgm:spPr/>
      <dgm:t>
        <a:bodyPr/>
        <a:lstStyle/>
        <a:p>
          <a:r>
            <a:rPr lang="en-US"/>
            <a:t>Feature suplimentar: fake_signal pe cuvinte manipulative</a:t>
          </a:r>
        </a:p>
      </dgm:t>
    </dgm:pt>
    <dgm:pt modelId="{F173B9AC-C96E-4FEA-8448-1D821DBE49DF}" type="parTrans" cxnId="{AB2C06EF-B7EB-4711-A3CD-A51639E7BAB3}">
      <dgm:prSet/>
      <dgm:spPr/>
      <dgm:t>
        <a:bodyPr/>
        <a:lstStyle/>
        <a:p>
          <a:endParaRPr lang="en-US"/>
        </a:p>
      </dgm:t>
    </dgm:pt>
    <dgm:pt modelId="{D3E0A1B3-CB1E-4046-8FB5-C9EA5D5FF111}" type="sibTrans" cxnId="{AB2C06EF-B7EB-4711-A3CD-A51639E7BAB3}">
      <dgm:prSet/>
      <dgm:spPr/>
      <dgm:t>
        <a:bodyPr/>
        <a:lstStyle/>
        <a:p>
          <a:endParaRPr lang="en-US"/>
        </a:p>
      </dgm:t>
    </dgm:pt>
    <dgm:pt modelId="{988E22AB-9502-46C3-829B-95A8DB296EB9}" type="pres">
      <dgm:prSet presAssocID="{620AD454-DBA2-45B2-BCFF-EF9DE9ABFF79}" presName="linear" presStyleCnt="0">
        <dgm:presLayoutVars>
          <dgm:animLvl val="lvl"/>
          <dgm:resizeHandles val="exact"/>
        </dgm:presLayoutVars>
      </dgm:prSet>
      <dgm:spPr/>
    </dgm:pt>
    <dgm:pt modelId="{FC208D17-93FC-4646-86B1-F35E438AE1D2}" type="pres">
      <dgm:prSet presAssocID="{DB557205-1493-471D-9268-C9A5992C6CD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F856EA3-CE5D-4CEB-94CA-56D3133A7631}" type="pres">
      <dgm:prSet presAssocID="{4FDCB39C-DB4A-4C82-A731-7383E2E894DB}" presName="spacer" presStyleCnt="0"/>
      <dgm:spPr/>
    </dgm:pt>
    <dgm:pt modelId="{F6C433B9-D42E-4FC1-B72A-C90CE35AE84A}" type="pres">
      <dgm:prSet presAssocID="{9FD95A36-9973-473B-BECF-7689C51F0A4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91444A6-3F69-4274-8754-24B759F684FA}" type="pres">
      <dgm:prSet presAssocID="{8E60E278-0E71-497D-B3C3-DDF05BBD83C9}" presName="spacer" presStyleCnt="0"/>
      <dgm:spPr/>
    </dgm:pt>
    <dgm:pt modelId="{C858C3C0-9968-4EEE-BC14-6503B096C2B4}" type="pres">
      <dgm:prSet presAssocID="{87D72C8C-CDF2-484D-BEF6-1BA9E0499B8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F554EA7-FAFA-43B3-9BEF-8DFCDC6582CA}" type="pres">
      <dgm:prSet presAssocID="{AEA30E4D-4416-49AB-A7CB-68DCC9BB9C4C}" presName="spacer" presStyleCnt="0"/>
      <dgm:spPr/>
    </dgm:pt>
    <dgm:pt modelId="{106CFC23-0C65-472E-B999-C15A5775C9D2}" type="pres">
      <dgm:prSet presAssocID="{721D9190-9104-4B24-AE7B-50D1C5A7CB2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60BBF03-A3B7-4C2B-B4DD-E336F440F198}" type="presOf" srcId="{721D9190-9104-4B24-AE7B-50D1C5A7CB24}" destId="{106CFC23-0C65-472E-B999-C15A5775C9D2}" srcOrd="0" destOrd="0" presId="urn:microsoft.com/office/officeart/2005/8/layout/vList2"/>
    <dgm:cxn modelId="{8248840B-3EBB-4489-81BB-A99307B984CD}" srcId="{620AD454-DBA2-45B2-BCFF-EF9DE9ABFF79}" destId="{87D72C8C-CDF2-484D-BEF6-1BA9E0499B82}" srcOrd="2" destOrd="0" parTransId="{5AADDA45-9DA4-4771-9116-1DC6B1602890}" sibTransId="{AEA30E4D-4416-49AB-A7CB-68DCC9BB9C4C}"/>
    <dgm:cxn modelId="{5C786029-5FE9-4314-839A-074DA3A6184B}" srcId="{620AD454-DBA2-45B2-BCFF-EF9DE9ABFF79}" destId="{9FD95A36-9973-473B-BECF-7689C51F0A4D}" srcOrd="1" destOrd="0" parTransId="{47AEAAED-019A-467F-800F-643869EC5337}" sibTransId="{8E60E278-0E71-497D-B3C3-DDF05BBD83C9}"/>
    <dgm:cxn modelId="{4630EE2A-F901-426B-8FBD-B2ADEC13CAE0}" type="presOf" srcId="{DB557205-1493-471D-9268-C9A5992C6CD8}" destId="{FC208D17-93FC-4646-86B1-F35E438AE1D2}" srcOrd="0" destOrd="0" presId="urn:microsoft.com/office/officeart/2005/8/layout/vList2"/>
    <dgm:cxn modelId="{8DAB5E3B-EF64-4E35-9E23-F2E2884A4D19}" type="presOf" srcId="{620AD454-DBA2-45B2-BCFF-EF9DE9ABFF79}" destId="{988E22AB-9502-46C3-829B-95A8DB296EB9}" srcOrd="0" destOrd="0" presId="urn:microsoft.com/office/officeart/2005/8/layout/vList2"/>
    <dgm:cxn modelId="{647DA491-2900-4345-BB02-89EF1B73260F}" type="presOf" srcId="{87D72C8C-CDF2-484D-BEF6-1BA9E0499B82}" destId="{C858C3C0-9968-4EEE-BC14-6503B096C2B4}" srcOrd="0" destOrd="0" presId="urn:microsoft.com/office/officeart/2005/8/layout/vList2"/>
    <dgm:cxn modelId="{495E92AE-434E-4227-9C45-2F0CB12211BE}" srcId="{620AD454-DBA2-45B2-BCFF-EF9DE9ABFF79}" destId="{DB557205-1493-471D-9268-C9A5992C6CD8}" srcOrd="0" destOrd="0" parTransId="{AE866218-CA57-4BDD-B20E-B201BB6EE49B}" sibTransId="{4FDCB39C-DB4A-4C82-A731-7383E2E894DB}"/>
    <dgm:cxn modelId="{B2A85ED6-E428-4622-B30D-0D0A39174278}" type="presOf" srcId="{9FD95A36-9973-473B-BECF-7689C51F0A4D}" destId="{F6C433B9-D42E-4FC1-B72A-C90CE35AE84A}" srcOrd="0" destOrd="0" presId="urn:microsoft.com/office/officeart/2005/8/layout/vList2"/>
    <dgm:cxn modelId="{AB2C06EF-B7EB-4711-A3CD-A51639E7BAB3}" srcId="{620AD454-DBA2-45B2-BCFF-EF9DE9ABFF79}" destId="{721D9190-9104-4B24-AE7B-50D1C5A7CB24}" srcOrd="3" destOrd="0" parTransId="{F173B9AC-C96E-4FEA-8448-1D821DBE49DF}" sibTransId="{D3E0A1B3-CB1E-4046-8FB5-C9EA5D5FF111}"/>
    <dgm:cxn modelId="{9674CA92-54E3-4A77-BB6E-4EFADF429560}" type="presParOf" srcId="{988E22AB-9502-46C3-829B-95A8DB296EB9}" destId="{FC208D17-93FC-4646-86B1-F35E438AE1D2}" srcOrd="0" destOrd="0" presId="urn:microsoft.com/office/officeart/2005/8/layout/vList2"/>
    <dgm:cxn modelId="{5AA98780-C9F9-48F0-966A-DD4DEE04D38F}" type="presParOf" srcId="{988E22AB-9502-46C3-829B-95A8DB296EB9}" destId="{2F856EA3-CE5D-4CEB-94CA-56D3133A7631}" srcOrd="1" destOrd="0" presId="urn:microsoft.com/office/officeart/2005/8/layout/vList2"/>
    <dgm:cxn modelId="{1A5CC7B3-F90C-4CE7-B29D-199BC007513F}" type="presParOf" srcId="{988E22AB-9502-46C3-829B-95A8DB296EB9}" destId="{F6C433B9-D42E-4FC1-B72A-C90CE35AE84A}" srcOrd="2" destOrd="0" presId="urn:microsoft.com/office/officeart/2005/8/layout/vList2"/>
    <dgm:cxn modelId="{4DBEA9CD-08CE-4B31-93A2-03652893B445}" type="presParOf" srcId="{988E22AB-9502-46C3-829B-95A8DB296EB9}" destId="{F91444A6-3F69-4274-8754-24B759F684FA}" srcOrd="3" destOrd="0" presId="urn:microsoft.com/office/officeart/2005/8/layout/vList2"/>
    <dgm:cxn modelId="{C2FE2324-3A74-4FCC-9B34-B66DDB7EE470}" type="presParOf" srcId="{988E22AB-9502-46C3-829B-95A8DB296EB9}" destId="{C858C3C0-9968-4EEE-BC14-6503B096C2B4}" srcOrd="4" destOrd="0" presId="urn:microsoft.com/office/officeart/2005/8/layout/vList2"/>
    <dgm:cxn modelId="{C05CD680-EF4C-4C90-9574-F51A965E1F0B}" type="presParOf" srcId="{988E22AB-9502-46C3-829B-95A8DB296EB9}" destId="{2F554EA7-FAFA-43B3-9BEF-8DFCDC6582CA}" srcOrd="5" destOrd="0" presId="urn:microsoft.com/office/officeart/2005/8/layout/vList2"/>
    <dgm:cxn modelId="{084FF4A6-3963-43F2-AE12-A3DCE2ACBCC6}" type="presParOf" srcId="{988E22AB-9502-46C3-829B-95A8DB296EB9}" destId="{106CFC23-0C65-472E-B999-C15A5775C9D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8C24FB4-3680-474D-B551-DFE082979B7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1C6A9B3B-4762-4457-BB86-2315D5769B4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Model ales: Logistic Regression multiclass</a:t>
          </a:r>
        </a:p>
      </dgm:t>
    </dgm:pt>
    <dgm:pt modelId="{F2F0F015-4CDC-41EE-832E-A55609130DD1}" type="parTrans" cxnId="{6DB159EA-2F5D-4DC4-978A-6FACC1B9EC0D}">
      <dgm:prSet/>
      <dgm:spPr/>
      <dgm:t>
        <a:bodyPr/>
        <a:lstStyle/>
        <a:p>
          <a:endParaRPr lang="en-US"/>
        </a:p>
      </dgm:t>
    </dgm:pt>
    <dgm:pt modelId="{264002A9-30E3-48D3-B652-4D679D65BA56}" type="sibTrans" cxnId="{6DB159EA-2F5D-4DC4-978A-6FACC1B9EC0D}">
      <dgm:prSet/>
      <dgm:spPr/>
      <dgm:t>
        <a:bodyPr/>
        <a:lstStyle/>
        <a:p>
          <a:endParaRPr lang="en-US"/>
        </a:p>
      </dgm:t>
    </dgm:pt>
    <dgm:pt modelId="{23F4EFFC-123A-43FE-8F8F-11FD4B710B3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Avantaje: rapid, interpretable, stabil pe texte scurte, fără GPU</a:t>
          </a:r>
        </a:p>
      </dgm:t>
    </dgm:pt>
    <dgm:pt modelId="{3B5B61F6-3D8F-4A4F-99CC-30AC63BEE6E0}" type="parTrans" cxnId="{0A8DC64E-B291-4C19-A259-36CD06A948EA}">
      <dgm:prSet/>
      <dgm:spPr/>
      <dgm:t>
        <a:bodyPr/>
        <a:lstStyle/>
        <a:p>
          <a:endParaRPr lang="en-US"/>
        </a:p>
      </dgm:t>
    </dgm:pt>
    <dgm:pt modelId="{8F8F0365-DBA9-486F-BBFA-75494BDE74FD}" type="sibTrans" cxnId="{0A8DC64E-B291-4C19-A259-36CD06A948EA}">
      <dgm:prSet/>
      <dgm:spPr/>
      <dgm:t>
        <a:bodyPr/>
        <a:lstStyle/>
        <a:p>
          <a:endParaRPr lang="en-US"/>
        </a:p>
      </dgm:t>
    </dgm:pt>
    <dgm:pt modelId="{F125B729-E108-467A-B490-3E60A0BEA48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Alternative: Naive Bayes, SVM</a:t>
          </a:r>
        </a:p>
      </dgm:t>
    </dgm:pt>
    <dgm:pt modelId="{FC67896E-66F1-4D62-A3E8-3FBB4E33F05E}" type="parTrans" cxnId="{E6634C94-57E3-4192-A719-65A7C1C07D5B}">
      <dgm:prSet/>
      <dgm:spPr/>
      <dgm:t>
        <a:bodyPr/>
        <a:lstStyle/>
        <a:p>
          <a:endParaRPr lang="en-US"/>
        </a:p>
      </dgm:t>
    </dgm:pt>
    <dgm:pt modelId="{818306CB-CA55-4604-AF0A-8834D7DC40A1}" type="sibTrans" cxnId="{E6634C94-57E3-4192-A719-65A7C1C07D5B}">
      <dgm:prSet/>
      <dgm:spPr/>
      <dgm:t>
        <a:bodyPr/>
        <a:lstStyle/>
        <a:p>
          <a:endParaRPr lang="en-US"/>
        </a:p>
      </dgm:t>
    </dgm:pt>
    <dgm:pt modelId="{3843C105-8B64-4648-80B1-EE34B2DEE84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Future upgrade: BERT / Transformers</a:t>
          </a:r>
        </a:p>
      </dgm:t>
    </dgm:pt>
    <dgm:pt modelId="{65255EB7-4F40-4558-A57B-44A027191089}" type="parTrans" cxnId="{E1DD786D-1FBB-4C8F-917F-ED454501C4CC}">
      <dgm:prSet/>
      <dgm:spPr/>
      <dgm:t>
        <a:bodyPr/>
        <a:lstStyle/>
        <a:p>
          <a:endParaRPr lang="en-US"/>
        </a:p>
      </dgm:t>
    </dgm:pt>
    <dgm:pt modelId="{6E211ACC-0549-4035-8090-13B99374327D}" type="sibTrans" cxnId="{E1DD786D-1FBB-4C8F-917F-ED454501C4CC}">
      <dgm:prSet/>
      <dgm:spPr/>
      <dgm:t>
        <a:bodyPr/>
        <a:lstStyle/>
        <a:p>
          <a:endParaRPr lang="en-US"/>
        </a:p>
      </dgm:t>
    </dgm:pt>
    <dgm:pt modelId="{93B24CB4-1F8C-4D80-9F51-31C0698BC5AC}" type="pres">
      <dgm:prSet presAssocID="{98C24FB4-3680-474D-B551-DFE082979B71}" presName="root" presStyleCnt="0">
        <dgm:presLayoutVars>
          <dgm:dir/>
          <dgm:resizeHandles val="exact"/>
        </dgm:presLayoutVars>
      </dgm:prSet>
      <dgm:spPr/>
    </dgm:pt>
    <dgm:pt modelId="{E6B8951A-95DA-488A-91F8-D99A042B3D3D}" type="pres">
      <dgm:prSet presAssocID="{1C6A9B3B-4762-4457-BB86-2315D5769B41}" presName="compNode" presStyleCnt="0"/>
      <dgm:spPr/>
    </dgm:pt>
    <dgm:pt modelId="{3C773B45-86D1-4548-A4C3-0EE713A6875E}" type="pres">
      <dgm:prSet presAssocID="{1C6A9B3B-4762-4457-BB86-2315D5769B41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1FD3EDD-791D-4323-B8EF-3009E083AE45}" type="pres">
      <dgm:prSet presAssocID="{1C6A9B3B-4762-4457-BB86-2315D5769B4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E736553-103D-4EB7-A03C-FAEEFBB9795D}" type="pres">
      <dgm:prSet presAssocID="{1C6A9B3B-4762-4457-BB86-2315D5769B41}" presName="spaceRect" presStyleCnt="0"/>
      <dgm:spPr/>
    </dgm:pt>
    <dgm:pt modelId="{1A9E6812-0FDF-44D4-821C-43CA45466675}" type="pres">
      <dgm:prSet presAssocID="{1C6A9B3B-4762-4457-BB86-2315D5769B41}" presName="textRect" presStyleLbl="revTx" presStyleIdx="0" presStyleCnt="4">
        <dgm:presLayoutVars>
          <dgm:chMax val="1"/>
          <dgm:chPref val="1"/>
        </dgm:presLayoutVars>
      </dgm:prSet>
      <dgm:spPr/>
    </dgm:pt>
    <dgm:pt modelId="{534E67E7-8814-4EF7-9C20-C58F6F6B00CA}" type="pres">
      <dgm:prSet presAssocID="{264002A9-30E3-48D3-B652-4D679D65BA56}" presName="sibTrans" presStyleCnt="0"/>
      <dgm:spPr/>
    </dgm:pt>
    <dgm:pt modelId="{64A09B7C-DB2B-49CC-87DE-25FEF4079B91}" type="pres">
      <dgm:prSet presAssocID="{23F4EFFC-123A-43FE-8F8F-11FD4B710B3C}" presName="compNode" presStyleCnt="0"/>
      <dgm:spPr/>
    </dgm:pt>
    <dgm:pt modelId="{A5180980-51DC-4832-973F-3437405E1947}" type="pres">
      <dgm:prSet presAssocID="{23F4EFFC-123A-43FE-8F8F-11FD4B710B3C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F4CC686-4C87-4CE2-81F1-B83BDC59313D}" type="pres">
      <dgm:prSet presAssocID="{23F4EFFC-123A-43FE-8F8F-11FD4B710B3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955B077E-B806-4D12-9814-902F2EE3DC5B}" type="pres">
      <dgm:prSet presAssocID="{23F4EFFC-123A-43FE-8F8F-11FD4B710B3C}" presName="spaceRect" presStyleCnt="0"/>
      <dgm:spPr/>
    </dgm:pt>
    <dgm:pt modelId="{E5762EA5-86E9-4A10-8536-ADA85EE9544C}" type="pres">
      <dgm:prSet presAssocID="{23F4EFFC-123A-43FE-8F8F-11FD4B710B3C}" presName="textRect" presStyleLbl="revTx" presStyleIdx="1" presStyleCnt="4">
        <dgm:presLayoutVars>
          <dgm:chMax val="1"/>
          <dgm:chPref val="1"/>
        </dgm:presLayoutVars>
      </dgm:prSet>
      <dgm:spPr/>
    </dgm:pt>
    <dgm:pt modelId="{0D26B043-5BC3-416C-906B-B08FC774D000}" type="pres">
      <dgm:prSet presAssocID="{8F8F0365-DBA9-486F-BBFA-75494BDE74FD}" presName="sibTrans" presStyleCnt="0"/>
      <dgm:spPr/>
    </dgm:pt>
    <dgm:pt modelId="{E6BDF50A-AE4D-43D9-96CB-AC4BD3FA26C9}" type="pres">
      <dgm:prSet presAssocID="{F125B729-E108-467A-B490-3E60A0BEA48D}" presName="compNode" presStyleCnt="0"/>
      <dgm:spPr/>
    </dgm:pt>
    <dgm:pt modelId="{26A0A0E0-EF00-495F-80E3-B17F22F55D40}" type="pres">
      <dgm:prSet presAssocID="{F125B729-E108-467A-B490-3E60A0BEA48D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3862967-8DF7-4B7D-9700-4906BBC50FD3}" type="pres">
      <dgm:prSet presAssocID="{F125B729-E108-467A-B490-3E60A0BEA48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2473D7A1-6913-4DEF-9AD0-BFE3D1BE1228}" type="pres">
      <dgm:prSet presAssocID="{F125B729-E108-467A-B490-3E60A0BEA48D}" presName="spaceRect" presStyleCnt="0"/>
      <dgm:spPr/>
    </dgm:pt>
    <dgm:pt modelId="{048678D0-5876-46CD-8D5D-9D98E2A592C2}" type="pres">
      <dgm:prSet presAssocID="{F125B729-E108-467A-B490-3E60A0BEA48D}" presName="textRect" presStyleLbl="revTx" presStyleIdx="2" presStyleCnt="4">
        <dgm:presLayoutVars>
          <dgm:chMax val="1"/>
          <dgm:chPref val="1"/>
        </dgm:presLayoutVars>
      </dgm:prSet>
      <dgm:spPr/>
    </dgm:pt>
    <dgm:pt modelId="{A4CECF8B-0AAD-4567-980D-DE12D3678A8D}" type="pres">
      <dgm:prSet presAssocID="{818306CB-CA55-4604-AF0A-8834D7DC40A1}" presName="sibTrans" presStyleCnt="0"/>
      <dgm:spPr/>
    </dgm:pt>
    <dgm:pt modelId="{E87EB017-7A63-4E5A-99CB-1CA531E757CE}" type="pres">
      <dgm:prSet presAssocID="{3843C105-8B64-4648-80B1-EE34B2DEE847}" presName="compNode" presStyleCnt="0"/>
      <dgm:spPr/>
    </dgm:pt>
    <dgm:pt modelId="{17DC9EF8-D30C-4888-B5BA-A1D6E65A4EBD}" type="pres">
      <dgm:prSet presAssocID="{3843C105-8B64-4648-80B1-EE34B2DEE847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5621F51-5E21-4174-A3F8-73D96C41E3BC}" type="pres">
      <dgm:prSet presAssocID="{3843C105-8B64-4648-80B1-EE34B2DEE84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ian"/>
        </a:ext>
      </dgm:extLst>
    </dgm:pt>
    <dgm:pt modelId="{8560F6A7-1BAE-4529-B315-3496146361FE}" type="pres">
      <dgm:prSet presAssocID="{3843C105-8B64-4648-80B1-EE34B2DEE847}" presName="spaceRect" presStyleCnt="0"/>
      <dgm:spPr/>
    </dgm:pt>
    <dgm:pt modelId="{EA6D846B-052D-48F6-9367-3E020EFE789C}" type="pres">
      <dgm:prSet presAssocID="{3843C105-8B64-4648-80B1-EE34B2DEE84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471AE03-0880-4562-B339-3E38780C9C92}" type="presOf" srcId="{98C24FB4-3680-474D-B551-DFE082979B71}" destId="{93B24CB4-1F8C-4D80-9F51-31C0698BC5AC}" srcOrd="0" destOrd="0" presId="urn:microsoft.com/office/officeart/2018/5/layout/IconLeafLabelList"/>
    <dgm:cxn modelId="{BC613710-9B93-4E06-A375-EC3AFD4668DF}" type="presOf" srcId="{1C6A9B3B-4762-4457-BB86-2315D5769B41}" destId="{1A9E6812-0FDF-44D4-821C-43CA45466675}" srcOrd="0" destOrd="0" presId="urn:microsoft.com/office/officeart/2018/5/layout/IconLeafLabelList"/>
    <dgm:cxn modelId="{7B6D8517-3DC5-4509-9E24-E74E28F9BCEB}" type="presOf" srcId="{23F4EFFC-123A-43FE-8F8F-11FD4B710B3C}" destId="{E5762EA5-86E9-4A10-8536-ADA85EE9544C}" srcOrd="0" destOrd="0" presId="urn:microsoft.com/office/officeart/2018/5/layout/IconLeafLabelList"/>
    <dgm:cxn modelId="{E1DD786D-1FBB-4C8F-917F-ED454501C4CC}" srcId="{98C24FB4-3680-474D-B551-DFE082979B71}" destId="{3843C105-8B64-4648-80B1-EE34B2DEE847}" srcOrd="3" destOrd="0" parTransId="{65255EB7-4F40-4558-A57B-44A027191089}" sibTransId="{6E211ACC-0549-4035-8090-13B99374327D}"/>
    <dgm:cxn modelId="{0A8DC64E-B291-4C19-A259-36CD06A948EA}" srcId="{98C24FB4-3680-474D-B551-DFE082979B71}" destId="{23F4EFFC-123A-43FE-8F8F-11FD4B710B3C}" srcOrd="1" destOrd="0" parTransId="{3B5B61F6-3D8F-4A4F-99CC-30AC63BEE6E0}" sibTransId="{8F8F0365-DBA9-486F-BBFA-75494BDE74FD}"/>
    <dgm:cxn modelId="{E6634C94-57E3-4192-A719-65A7C1C07D5B}" srcId="{98C24FB4-3680-474D-B551-DFE082979B71}" destId="{F125B729-E108-467A-B490-3E60A0BEA48D}" srcOrd="2" destOrd="0" parTransId="{FC67896E-66F1-4D62-A3E8-3FBB4E33F05E}" sibTransId="{818306CB-CA55-4604-AF0A-8834D7DC40A1}"/>
    <dgm:cxn modelId="{F4A78C9A-62A4-47D3-9C0E-D501D1A626BB}" type="presOf" srcId="{F125B729-E108-467A-B490-3E60A0BEA48D}" destId="{048678D0-5876-46CD-8D5D-9D98E2A592C2}" srcOrd="0" destOrd="0" presId="urn:microsoft.com/office/officeart/2018/5/layout/IconLeafLabelList"/>
    <dgm:cxn modelId="{6DB159EA-2F5D-4DC4-978A-6FACC1B9EC0D}" srcId="{98C24FB4-3680-474D-B551-DFE082979B71}" destId="{1C6A9B3B-4762-4457-BB86-2315D5769B41}" srcOrd="0" destOrd="0" parTransId="{F2F0F015-4CDC-41EE-832E-A55609130DD1}" sibTransId="{264002A9-30E3-48D3-B652-4D679D65BA56}"/>
    <dgm:cxn modelId="{C7B12AFE-C650-45A9-BFCF-46AD0AF5F0DD}" type="presOf" srcId="{3843C105-8B64-4648-80B1-EE34B2DEE847}" destId="{EA6D846B-052D-48F6-9367-3E020EFE789C}" srcOrd="0" destOrd="0" presId="urn:microsoft.com/office/officeart/2018/5/layout/IconLeafLabelList"/>
    <dgm:cxn modelId="{5A616ED4-94C5-4411-A345-826D72E0C13A}" type="presParOf" srcId="{93B24CB4-1F8C-4D80-9F51-31C0698BC5AC}" destId="{E6B8951A-95DA-488A-91F8-D99A042B3D3D}" srcOrd="0" destOrd="0" presId="urn:microsoft.com/office/officeart/2018/5/layout/IconLeafLabelList"/>
    <dgm:cxn modelId="{D805537E-280D-494A-85AD-F3FE13300111}" type="presParOf" srcId="{E6B8951A-95DA-488A-91F8-D99A042B3D3D}" destId="{3C773B45-86D1-4548-A4C3-0EE713A6875E}" srcOrd="0" destOrd="0" presId="urn:microsoft.com/office/officeart/2018/5/layout/IconLeafLabelList"/>
    <dgm:cxn modelId="{2A65CA52-0F1C-4089-8A34-F026E8F090DC}" type="presParOf" srcId="{E6B8951A-95DA-488A-91F8-D99A042B3D3D}" destId="{41FD3EDD-791D-4323-B8EF-3009E083AE45}" srcOrd="1" destOrd="0" presId="urn:microsoft.com/office/officeart/2018/5/layout/IconLeafLabelList"/>
    <dgm:cxn modelId="{08DC4FFE-4F59-4089-90B9-86271BA102CB}" type="presParOf" srcId="{E6B8951A-95DA-488A-91F8-D99A042B3D3D}" destId="{5E736553-103D-4EB7-A03C-FAEEFBB9795D}" srcOrd="2" destOrd="0" presId="urn:microsoft.com/office/officeart/2018/5/layout/IconLeafLabelList"/>
    <dgm:cxn modelId="{5D87A55B-E0EB-462D-9412-7C66BD4EABE4}" type="presParOf" srcId="{E6B8951A-95DA-488A-91F8-D99A042B3D3D}" destId="{1A9E6812-0FDF-44D4-821C-43CA45466675}" srcOrd="3" destOrd="0" presId="urn:microsoft.com/office/officeart/2018/5/layout/IconLeafLabelList"/>
    <dgm:cxn modelId="{32C06BA3-C9A7-4850-B98A-74425772EF0D}" type="presParOf" srcId="{93B24CB4-1F8C-4D80-9F51-31C0698BC5AC}" destId="{534E67E7-8814-4EF7-9C20-C58F6F6B00CA}" srcOrd="1" destOrd="0" presId="urn:microsoft.com/office/officeart/2018/5/layout/IconLeafLabelList"/>
    <dgm:cxn modelId="{284401C2-C642-40E5-93F3-6DB8173BAD9A}" type="presParOf" srcId="{93B24CB4-1F8C-4D80-9F51-31C0698BC5AC}" destId="{64A09B7C-DB2B-49CC-87DE-25FEF4079B91}" srcOrd="2" destOrd="0" presId="urn:microsoft.com/office/officeart/2018/5/layout/IconLeafLabelList"/>
    <dgm:cxn modelId="{063908E2-2F32-4B38-8516-3E9D05EA375D}" type="presParOf" srcId="{64A09B7C-DB2B-49CC-87DE-25FEF4079B91}" destId="{A5180980-51DC-4832-973F-3437405E1947}" srcOrd="0" destOrd="0" presId="urn:microsoft.com/office/officeart/2018/5/layout/IconLeafLabelList"/>
    <dgm:cxn modelId="{A5B4976E-29A0-4D08-9E12-BD59B4DF60E4}" type="presParOf" srcId="{64A09B7C-DB2B-49CC-87DE-25FEF4079B91}" destId="{4F4CC686-4C87-4CE2-81F1-B83BDC59313D}" srcOrd="1" destOrd="0" presId="urn:microsoft.com/office/officeart/2018/5/layout/IconLeafLabelList"/>
    <dgm:cxn modelId="{60ED5F50-D838-43DD-897E-12292952E1EC}" type="presParOf" srcId="{64A09B7C-DB2B-49CC-87DE-25FEF4079B91}" destId="{955B077E-B806-4D12-9814-902F2EE3DC5B}" srcOrd="2" destOrd="0" presId="urn:microsoft.com/office/officeart/2018/5/layout/IconLeafLabelList"/>
    <dgm:cxn modelId="{5C7B5ADE-41AD-4F6A-8F5B-0F2FAF2A473B}" type="presParOf" srcId="{64A09B7C-DB2B-49CC-87DE-25FEF4079B91}" destId="{E5762EA5-86E9-4A10-8536-ADA85EE9544C}" srcOrd="3" destOrd="0" presId="urn:microsoft.com/office/officeart/2018/5/layout/IconLeafLabelList"/>
    <dgm:cxn modelId="{BB0747BE-19EF-47EA-A788-890BF031F150}" type="presParOf" srcId="{93B24CB4-1F8C-4D80-9F51-31C0698BC5AC}" destId="{0D26B043-5BC3-416C-906B-B08FC774D000}" srcOrd="3" destOrd="0" presId="urn:microsoft.com/office/officeart/2018/5/layout/IconLeafLabelList"/>
    <dgm:cxn modelId="{C9B9566A-2E11-4105-ABBC-8A15F08D0842}" type="presParOf" srcId="{93B24CB4-1F8C-4D80-9F51-31C0698BC5AC}" destId="{E6BDF50A-AE4D-43D9-96CB-AC4BD3FA26C9}" srcOrd="4" destOrd="0" presId="urn:microsoft.com/office/officeart/2018/5/layout/IconLeafLabelList"/>
    <dgm:cxn modelId="{42B315C9-5E17-47CE-9D03-9122BEF12BB9}" type="presParOf" srcId="{E6BDF50A-AE4D-43D9-96CB-AC4BD3FA26C9}" destId="{26A0A0E0-EF00-495F-80E3-B17F22F55D40}" srcOrd="0" destOrd="0" presId="urn:microsoft.com/office/officeart/2018/5/layout/IconLeafLabelList"/>
    <dgm:cxn modelId="{F1E840E0-5230-4407-831B-6876C18FE7CE}" type="presParOf" srcId="{E6BDF50A-AE4D-43D9-96CB-AC4BD3FA26C9}" destId="{63862967-8DF7-4B7D-9700-4906BBC50FD3}" srcOrd="1" destOrd="0" presId="urn:microsoft.com/office/officeart/2018/5/layout/IconLeafLabelList"/>
    <dgm:cxn modelId="{03383400-E05A-4381-9499-0C704807D43D}" type="presParOf" srcId="{E6BDF50A-AE4D-43D9-96CB-AC4BD3FA26C9}" destId="{2473D7A1-6913-4DEF-9AD0-BFE3D1BE1228}" srcOrd="2" destOrd="0" presId="urn:microsoft.com/office/officeart/2018/5/layout/IconLeafLabelList"/>
    <dgm:cxn modelId="{E2CD6DE5-0E3B-4F9B-A8FF-DB26B1D8C190}" type="presParOf" srcId="{E6BDF50A-AE4D-43D9-96CB-AC4BD3FA26C9}" destId="{048678D0-5876-46CD-8D5D-9D98E2A592C2}" srcOrd="3" destOrd="0" presId="urn:microsoft.com/office/officeart/2018/5/layout/IconLeafLabelList"/>
    <dgm:cxn modelId="{048A11C5-F423-477F-9FC6-E3E7407FBC08}" type="presParOf" srcId="{93B24CB4-1F8C-4D80-9F51-31C0698BC5AC}" destId="{A4CECF8B-0AAD-4567-980D-DE12D3678A8D}" srcOrd="5" destOrd="0" presId="urn:microsoft.com/office/officeart/2018/5/layout/IconLeafLabelList"/>
    <dgm:cxn modelId="{ADE1B1A1-E755-43C9-9E15-F0FFF4FDEF14}" type="presParOf" srcId="{93B24CB4-1F8C-4D80-9F51-31C0698BC5AC}" destId="{E87EB017-7A63-4E5A-99CB-1CA531E757CE}" srcOrd="6" destOrd="0" presId="urn:microsoft.com/office/officeart/2018/5/layout/IconLeafLabelList"/>
    <dgm:cxn modelId="{13A42B92-D4A1-4E63-82C5-8EACEA994E6D}" type="presParOf" srcId="{E87EB017-7A63-4E5A-99CB-1CA531E757CE}" destId="{17DC9EF8-D30C-4888-B5BA-A1D6E65A4EBD}" srcOrd="0" destOrd="0" presId="urn:microsoft.com/office/officeart/2018/5/layout/IconLeafLabelList"/>
    <dgm:cxn modelId="{A3C490FB-F27A-44E8-8546-26A4D52F3AFC}" type="presParOf" srcId="{E87EB017-7A63-4E5A-99CB-1CA531E757CE}" destId="{F5621F51-5E21-4174-A3F8-73D96C41E3BC}" srcOrd="1" destOrd="0" presId="urn:microsoft.com/office/officeart/2018/5/layout/IconLeafLabelList"/>
    <dgm:cxn modelId="{19847B1A-D77A-4480-A790-7B0BE14E1749}" type="presParOf" srcId="{E87EB017-7A63-4E5A-99CB-1CA531E757CE}" destId="{8560F6A7-1BAE-4529-B315-3496146361FE}" srcOrd="2" destOrd="0" presId="urn:microsoft.com/office/officeart/2018/5/layout/IconLeafLabelList"/>
    <dgm:cxn modelId="{16779E61-DC6B-4556-8027-226C44F2FE59}" type="presParOf" srcId="{E87EB017-7A63-4E5A-99CB-1CA531E757CE}" destId="{EA6D846B-052D-48F6-9367-3E020EFE789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F23226C-B41B-4853-A08C-92F0E510A7E5}" type="doc">
      <dgm:prSet loTypeId="urn:microsoft.com/office/officeart/2005/8/layout/vList2" loCatId="list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0E86DB9-1250-4878-B0E8-7C3DFB5771EC}">
      <dgm:prSet/>
      <dgm:spPr/>
      <dgm:t>
        <a:bodyPr/>
        <a:lstStyle/>
        <a:p>
          <a:r>
            <a:rPr lang="en-US"/>
            <a:t>Împărțire stratificată train/test</a:t>
          </a:r>
        </a:p>
      </dgm:t>
    </dgm:pt>
    <dgm:pt modelId="{A7B684B6-D1F6-4819-86F9-C454C7494D5C}" type="parTrans" cxnId="{00943103-114B-4658-BFD1-541F5EBD88BD}">
      <dgm:prSet/>
      <dgm:spPr/>
      <dgm:t>
        <a:bodyPr/>
        <a:lstStyle/>
        <a:p>
          <a:endParaRPr lang="en-US"/>
        </a:p>
      </dgm:t>
    </dgm:pt>
    <dgm:pt modelId="{391130E3-30BF-4D10-98E7-577B3CCD1471}" type="sibTrans" cxnId="{00943103-114B-4658-BFD1-541F5EBD88BD}">
      <dgm:prSet/>
      <dgm:spPr/>
      <dgm:t>
        <a:bodyPr/>
        <a:lstStyle/>
        <a:p>
          <a:endParaRPr lang="en-US"/>
        </a:p>
      </dgm:t>
    </dgm:pt>
    <dgm:pt modelId="{0F0E4575-5E5B-4232-BEF4-529091436288}">
      <dgm:prSet/>
      <dgm:spPr/>
      <dgm:t>
        <a:bodyPr/>
        <a:lstStyle/>
        <a:p>
          <a:r>
            <a:rPr lang="en-US"/>
            <a:t>RandomOverSampler pentru balansare clase</a:t>
          </a:r>
        </a:p>
      </dgm:t>
    </dgm:pt>
    <dgm:pt modelId="{04919807-478C-4C9D-8C94-2443D2600C39}" type="parTrans" cxnId="{7E2DD1DB-3B2C-489D-B444-8AFAA27FFEF6}">
      <dgm:prSet/>
      <dgm:spPr/>
      <dgm:t>
        <a:bodyPr/>
        <a:lstStyle/>
        <a:p>
          <a:endParaRPr lang="en-US"/>
        </a:p>
      </dgm:t>
    </dgm:pt>
    <dgm:pt modelId="{E75D8153-427A-479E-9256-5DDD78D579D4}" type="sibTrans" cxnId="{7E2DD1DB-3B2C-489D-B444-8AFAA27FFEF6}">
      <dgm:prSet/>
      <dgm:spPr/>
      <dgm:t>
        <a:bodyPr/>
        <a:lstStyle/>
        <a:p>
          <a:endParaRPr lang="en-US"/>
        </a:p>
      </dgm:t>
    </dgm:pt>
    <dgm:pt modelId="{FB77EA62-8649-48B2-9502-C184EA2C5414}">
      <dgm:prSet/>
      <dgm:spPr/>
      <dgm:t>
        <a:bodyPr/>
        <a:lstStyle/>
        <a:p>
          <a:r>
            <a:rPr lang="en-US"/>
            <a:t>max_iter = 2000</a:t>
          </a:r>
        </a:p>
      </dgm:t>
    </dgm:pt>
    <dgm:pt modelId="{F3059C4C-5956-4594-A68A-5AD9EEA1210A}" type="parTrans" cxnId="{91593597-3D3E-4003-8E22-87060E836C6A}">
      <dgm:prSet/>
      <dgm:spPr/>
      <dgm:t>
        <a:bodyPr/>
        <a:lstStyle/>
        <a:p>
          <a:endParaRPr lang="en-US"/>
        </a:p>
      </dgm:t>
    </dgm:pt>
    <dgm:pt modelId="{7E2831D4-3318-429F-9CF8-737E46F49105}" type="sibTrans" cxnId="{91593597-3D3E-4003-8E22-87060E836C6A}">
      <dgm:prSet/>
      <dgm:spPr/>
      <dgm:t>
        <a:bodyPr/>
        <a:lstStyle/>
        <a:p>
          <a:endParaRPr lang="en-US"/>
        </a:p>
      </dgm:t>
    </dgm:pt>
    <dgm:pt modelId="{16F880FA-9BC0-4127-A94E-FE39A8340F29}">
      <dgm:prSet/>
      <dgm:spPr/>
      <dgm:t>
        <a:bodyPr/>
        <a:lstStyle/>
        <a:p>
          <a:r>
            <a:rPr lang="en-US"/>
            <a:t>Reproductibilitate (random_state=42)</a:t>
          </a:r>
        </a:p>
      </dgm:t>
    </dgm:pt>
    <dgm:pt modelId="{0807208B-F5F6-4906-89FE-DE8C20EB0AAF}" type="parTrans" cxnId="{FAE067AD-E355-4FC4-9D4F-98AC5021D7C3}">
      <dgm:prSet/>
      <dgm:spPr/>
      <dgm:t>
        <a:bodyPr/>
        <a:lstStyle/>
        <a:p>
          <a:endParaRPr lang="en-US"/>
        </a:p>
      </dgm:t>
    </dgm:pt>
    <dgm:pt modelId="{47584A76-E8A5-4CBD-B4F5-A5456290DFA2}" type="sibTrans" cxnId="{FAE067AD-E355-4FC4-9D4F-98AC5021D7C3}">
      <dgm:prSet/>
      <dgm:spPr/>
      <dgm:t>
        <a:bodyPr/>
        <a:lstStyle/>
        <a:p>
          <a:endParaRPr lang="en-US"/>
        </a:p>
      </dgm:t>
    </dgm:pt>
    <dgm:pt modelId="{08C89587-1B43-468A-BF1B-99DA156346F0}" type="pres">
      <dgm:prSet presAssocID="{2F23226C-B41B-4853-A08C-92F0E510A7E5}" presName="linear" presStyleCnt="0">
        <dgm:presLayoutVars>
          <dgm:animLvl val="lvl"/>
          <dgm:resizeHandles val="exact"/>
        </dgm:presLayoutVars>
      </dgm:prSet>
      <dgm:spPr/>
    </dgm:pt>
    <dgm:pt modelId="{9712733C-7F3D-459A-A627-812A1DB4ECA3}" type="pres">
      <dgm:prSet presAssocID="{E0E86DB9-1250-4878-B0E8-7C3DFB5771E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C96E01A-D1B7-4DF2-A165-E1116137E6ED}" type="pres">
      <dgm:prSet presAssocID="{391130E3-30BF-4D10-98E7-577B3CCD1471}" presName="spacer" presStyleCnt="0"/>
      <dgm:spPr/>
    </dgm:pt>
    <dgm:pt modelId="{C18F2ED8-BAF9-4716-AC60-B153231D7357}" type="pres">
      <dgm:prSet presAssocID="{0F0E4575-5E5B-4232-BEF4-52909143628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53B7BE6-56D2-45DC-96B1-63EE89C4DA51}" type="pres">
      <dgm:prSet presAssocID="{E75D8153-427A-479E-9256-5DDD78D579D4}" presName="spacer" presStyleCnt="0"/>
      <dgm:spPr/>
    </dgm:pt>
    <dgm:pt modelId="{80D76150-08F1-4C08-8721-7CB010CE4D77}" type="pres">
      <dgm:prSet presAssocID="{FB77EA62-8649-48B2-9502-C184EA2C541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A8E5720-4731-4B2E-8E4D-1D102C50BDEA}" type="pres">
      <dgm:prSet presAssocID="{7E2831D4-3318-429F-9CF8-737E46F49105}" presName="spacer" presStyleCnt="0"/>
      <dgm:spPr/>
    </dgm:pt>
    <dgm:pt modelId="{A9245B43-4629-431D-953B-541BB2B4BC7A}" type="pres">
      <dgm:prSet presAssocID="{16F880FA-9BC0-4127-A94E-FE39A8340F2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0943103-114B-4658-BFD1-541F5EBD88BD}" srcId="{2F23226C-B41B-4853-A08C-92F0E510A7E5}" destId="{E0E86DB9-1250-4878-B0E8-7C3DFB5771EC}" srcOrd="0" destOrd="0" parTransId="{A7B684B6-D1F6-4819-86F9-C454C7494D5C}" sibTransId="{391130E3-30BF-4D10-98E7-577B3CCD1471}"/>
    <dgm:cxn modelId="{97F86435-F87C-41BC-B398-944B680D7A90}" type="presOf" srcId="{FB77EA62-8649-48B2-9502-C184EA2C5414}" destId="{80D76150-08F1-4C08-8721-7CB010CE4D77}" srcOrd="0" destOrd="0" presId="urn:microsoft.com/office/officeart/2005/8/layout/vList2"/>
    <dgm:cxn modelId="{CC8F564F-0A25-471D-8218-E208462D929C}" type="presOf" srcId="{2F23226C-B41B-4853-A08C-92F0E510A7E5}" destId="{08C89587-1B43-468A-BF1B-99DA156346F0}" srcOrd="0" destOrd="0" presId="urn:microsoft.com/office/officeart/2005/8/layout/vList2"/>
    <dgm:cxn modelId="{B1887D77-745A-400E-9D4F-5F494C7FAA7D}" type="presOf" srcId="{16F880FA-9BC0-4127-A94E-FE39A8340F29}" destId="{A9245B43-4629-431D-953B-541BB2B4BC7A}" srcOrd="0" destOrd="0" presId="urn:microsoft.com/office/officeart/2005/8/layout/vList2"/>
    <dgm:cxn modelId="{331C148D-F238-4FF2-BE44-7D1B9657E526}" type="presOf" srcId="{0F0E4575-5E5B-4232-BEF4-529091436288}" destId="{C18F2ED8-BAF9-4716-AC60-B153231D7357}" srcOrd="0" destOrd="0" presId="urn:microsoft.com/office/officeart/2005/8/layout/vList2"/>
    <dgm:cxn modelId="{91593597-3D3E-4003-8E22-87060E836C6A}" srcId="{2F23226C-B41B-4853-A08C-92F0E510A7E5}" destId="{FB77EA62-8649-48B2-9502-C184EA2C5414}" srcOrd="2" destOrd="0" parTransId="{F3059C4C-5956-4594-A68A-5AD9EEA1210A}" sibTransId="{7E2831D4-3318-429F-9CF8-737E46F49105}"/>
    <dgm:cxn modelId="{3CC5F49A-58C6-4315-8A5E-7866AE87CCF4}" type="presOf" srcId="{E0E86DB9-1250-4878-B0E8-7C3DFB5771EC}" destId="{9712733C-7F3D-459A-A627-812A1DB4ECA3}" srcOrd="0" destOrd="0" presId="urn:microsoft.com/office/officeart/2005/8/layout/vList2"/>
    <dgm:cxn modelId="{FAE067AD-E355-4FC4-9D4F-98AC5021D7C3}" srcId="{2F23226C-B41B-4853-A08C-92F0E510A7E5}" destId="{16F880FA-9BC0-4127-A94E-FE39A8340F29}" srcOrd="3" destOrd="0" parTransId="{0807208B-F5F6-4906-89FE-DE8C20EB0AAF}" sibTransId="{47584A76-E8A5-4CBD-B4F5-A5456290DFA2}"/>
    <dgm:cxn modelId="{7E2DD1DB-3B2C-489D-B444-8AFAA27FFEF6}" srcId="{2F23226C-B41B-4853-A08C-92F0E510A7E5}" destId="{0F0E4575-5E5B-4232-BEF4-529091436288}" srcOrd="1" destOrd="0" parTransId="{04919807-478C-4C9D-8C94-2443D2600C39}" sibTransId="{E75D8153-427A-479E-9256-5DDD78D579D4}"/>
    <dgm:cxn modelId="{7F1B0CEF-1E97-460D-A0D3-B949F48DBE3C}" type="presParOf" srcId="{08C89587-1B43-468A-BF1B-99DA156346F0}" destId="{9712733C-7F3D-459A-A627-812A1DB4ECA3}" srcOrd="0" destOrd="0" presId="urn:microsoft.com/office/officeart/2005/8/layout/vList2"/>
    <dgm:cxn modelId="{A91460D8-4B20-4E9A-AD05-FEC7C75F8513}" type="presParOf" srcId="{08C89587-1B43-468A-BF1B-99DA156346F0}" destId="{FC96E01A-D1B7-4DF2-A165-E1116137E6ED}" srcOrd="1" destOrd="0" presId="urn:microsoft.com/office/officeart/2005/8/layout/vList2"/>
    <dgm:cxn modelId="{670FA065-9E7C-49E5-B875-7F7D72D61F78}" type="presParOf" srcId="{08C89587-1B43-468A-BF1B-99DA156346F0}" destId="{C18F2ED8-BAF9-4716-AC60-B153231D7357}" srcOrd="2" destOrd="0" presId="urn:microsoft.com/office/officeart/2005/8/layout/vList2"/>
    <dgm:cxn modelId="{36965A3F-94AC-473B-B825-23A6DAF7C7A7}" type="presParOf" srcId="{08C89587-1B43-468A-BF1B-99DA156346F0}" destId="{653B7BE6-56D2-45DC-96B1-63EE89C4DA51}" srcOrd="3" destOrd="0" presId="urn:microsoft.com/office/officeart/2005/8/layout/vList2"/>
    <dgm:cxn modelId="{1F57BE9C-651B-4151-A295-1FE1B3845D3F}" type="presParOf" srcId="{08C89587-1B43-468A-BF1B-99DA156346F0}" destId="{80D76150-08F1-4C08-8721-7CB010CE4D77}" srcOrd="4" destOrd="0" presId="urn:microsoft.com/office/officeart/2005/8/layout/vList2"/>
    <dgm:cxn modelId="{46D120F9-BC14-4EB2-9290-50C7769CFADF}" type="presParOf" srcId="{08C89587-1B43-468A-BF1B-99DA156346F0}" destId="{0A8E5720-4731-4B2E-8E4D-1D102C50BDEA}" srcOrd="5" destOrd="0" presId="urn:microsoft.com/office/officeart/2005/8/layout/vList2"/>
    <dgm:cxn modelId="{3E6DC94C-156D-4E91-9FB9-C7C790B063D8}" type="presParOf" srcId="{08C89587-1B43-468A-BF1B-99DA156346F0}" destId="{A9245B43-4629-431D-953B-541BB2B4BC7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6D05C8C-2DB8-423A-9258-99DC5013B356}" type="doc">
      <dgm:prSet loTypeId="urn:microsoft.com/office/officeart/2008/layout/LinedList" loCatId="list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BD7B129-D1C7-4156-A733-2B2DDA265557}">
      <dgm:prSet custT="1"/>
      <dgm:spPr/>
      <dgm:t>
        <a:bodyPr/>
        <a:lstStyle/>
        <a:p>
          <a:r>
            <a:rPr lang="en-US" sz="2400" dirty="0"/>
            <a:t>Classification report</a:t>
          </a:r>
        </a:p>
      </dgm:t>
    </dgm:pt>
    <dgm:pt modelId="{6639F937-7B65-4F2C-908D-3AAA3870825D}" type="parTrans" cxnId="{29BBCC3D-DC73-4EC9-A048-F1DB5C45A85E}">
      <dgm:prSet/>
      <dgm:spPr/>
      <dgm:t>
        <a:bodyPr/>
        <a:lstStyle/>
        <a:p>
          <a:endParaRPr lang="en-US"/>
        </a:p>
      </dgm:t>
    </dgm:pt>
    <dgm:pt modelId="{C3373AF9-BA86-42E3-95B0-58CF79F9A022}" type="sibTrans" cxnId="{29BBCC3D-DC73-4EC9-A048-F1DB5C45A85E}">
      <dgm:prSet/>
      <dgm:spPr/>
      <dgm:t>
        <a:bodyPr/>
        <a:lstStyle/>
        <a:p>
          <a:endParaRPr lang="en-US"/>
        </a:p>
      </dgm:t>
    </dgm:pt>
    <dgm:pt modelId="{1D17EC9A-797A-49DF-9388-6FCAAD9D56F5}">
      <dgm:prSet custT="1"/>
      <dgm:spPr/>
      <dgm:t>
        <a:bodyPr/>
        <a:lstStyle/>
        <a:p>
          <a:r>
            <a:rPr lang="en-US" sz="2400" dirty="0"/>
            <a:t>Confusion matrix</a:t>
          </a:r>
        </a:p>
      </dgm:t>
    </dgm:pt>
    <dgm:pt modelId="{FA394A9C-1E4F-4160-8A37-BB6BBBE79FCC}" type="parTrans" cxnId="{5BA705B2-18F1-47A0-84F5-848B8B1475BF}">
      <dgm:prSet/>
      <dgm:spPr/>
      <dgm:t>
        <a:bodyPr/>
        <a:lstStyle/>
        <a:p>
          <a:endParaRPr lang="en-US"/>
        </a:p>
      </dgm:t>
    </dgm:pt>
    <dgm:pt modelId="{0FE40E0D-07E5-402A-9B84-A440D3A340E4}" type="sibTrans" cxnId="{5BA705B2-18F1-47A0-84F5-848B8B1475BF}">
      <dgm:prSet/>
      <dgm:spPr/>
      <dgm:t>
        <a:bodyPr/>
        <a:lstStyle/>
        <a:p>
          <a:endParaRPr lang="en-US"/>
        </a:p>
      </dgm:t>
    </dgm:pt>
    <dgm:pt modelId="{ABBCC268-07EF-48E1-B072-1353243F8692}">
      <dgm:prSet custT="1"/>
      <dgm:spPr/>
      <dgm:t>
        <a:bodyPr/>
        <a:lstStyle/>
        <a:p>
          <a:r>
            <a:rPr lang="en-US" sz="2400" dirty="0" err="1"/>
            <a:t>Performanță</a:t>
          </a:r>
          <a:r>
            <a:rPr lang="en-US" sz="2400" dirty="0"/>
            <a:t> </a:t>
          </a:r>
          <a:r>
            <a:rPr lang="en-US" sz="2400" dirty="0" err="1"/>
            <a:t>ridicată</a:t>
          </a:r>
          <a:r>
            <a:rPr lang="en-US" sz="2400" dirty="0"/>
            <a:t> pe real</a:t>
          </a:r>
        </a:p>
      </dgm:t>
    </dgm:pt>
    <dgm:pt modelId="{2B12F564-6C62-4C5D-9557-4F67DA75ED6D}" type="parTrans" cxnId="{0BFCBAAD-7DC0-425A-BF06-CE75B9C7EE62}">
      <dgm:prSet/>
      <dgm:spPr/>
      <dgm:t>
        <a:bodyPr/>
        <a:lstStyle/>
        <a:p>
          <a:endParaRPr lang="en-US"/>
        </a:p>
      </dgm:t>
    </dgm:pt>
    <dgm:pt modelId="{3295DAC1-0DE1-4798-8EDF-DC06EA05D369}" type="sibTrans" cxnId="{0BFCBAAD-7DC0-425A-BF06-CE75B9C7EE62}">
      <dgm:prSet/>
      <dgm:spPr/>
      <dgm:t>
        <a:bodyPr/>
        <a:lstStyle/>
        <a:p>
          <a:endParaRPr lang="en-US"/>
        </a:p>
      </dgm:t>
    </dgm:pt>
    <dgm:pt modelId="{8509097F-3D54-4522-938C-04E08E981BBE}">
      <dgm:prSet custT="1"/>
      <dgm:spPr/>
      <dgm:t>
        <a:bodyPr/>
        <a:lstStyle/>
        <a:p>
          <a:r>
            <a:rPr lang="en-US" sz="2400" dirty="0" err="1"/>
            <a:t>Confuzii</a:t>
          </a:r>
          <a:r>
            <a:rPr lang="en-US" sz="2400" dirty="0"/>
            <a:t> moderate rumor ↔ fake</a:t>
          </a:r>
        </a:p>
      </dgm:t>
    </dgm:pt>
    <dgm:pt modelId="{252E87BA-3879-42A9-A66B-50D2514C5AA6}" type="parTrans" cxnId="{B0D380D6-1787-4818-A46C-C5B5550C3C1D}">
      <dgm:prSet/>
      <dgm:spPr/>
      <dgm:t>
        <a:bodyPr/>
        <a:lstStyle/>
        <a:p>
          <a:endParaRPr lang="en-US"/>
        </a:p>
      </dgm:t>
    </dgm:pt>
    <dgm:pt modelId="{61B92E42-9FAF-4C06-9F18-FCC85CC09F3E}" type="sibTrans" cxnId="{B0D380D6-1787-4818-A46C-C5B5550C3C1D}">
      <dgm:prSet/>
      <dgm:spPr/>
      <dgm:t>
        <a:bodyPr/>
        <a:lstStyle/>
        <a:p>
          <a:endParaRPr lang="en-US"/>
        </a:p>
      </dgm:t>
    </dgm:pt>
    <dgm:pt modelId="{919CE342-DB7D-44A6-8F4C-495B91D6A6F7}">
      <dgm:prSet custT="1"/>
      <dgm:spPr/>
      <dgm:t>
        <a:bodyPr/>
        <a:lstStyle/>
        <a:p>
          <a:r>
            <a:rPr lang="en-US" sz="2400" dirty="0" err="1"/>
            <a:t>Posibil</a:t>
          </a:r>
          <a:r>
            <a:rPr lang="en-US" sz="2400" dirty="0"/>
            <a:t> overfitting </a:t>
          </a:r>
          <a:r>
            <a:rPr lang="en-US" sz="2400" dirty="0" err="1"/>
            <a:t>datorită</a:t>
          </a:r>
          <a:r>
            <a:rPr lang="en-US" sz="2400" dirty="0"/>
            <a:t> </a:t>
          </a:r>
          <a:r>
            <a:rPr lang="en-US" sz="2400" dirty="0" err="1"/>
            <a:t>tiparelor</a:t>
          </a:r>
          <a:r>
            <a:rPr lang="en-US" sz="2400" dirty="0"/>
            <a:t> </a:t>
          </a:r>
          <a:r>
            <a:rPr lang="en-US" sz="2400" dirty="0" err="1"/>
            <a:t>evidente</a:t>
          </a:r>
          <a:endParaRPr lang="en-US" sz="2400" dirty="0"/>
        </a:p>
      </dgm:t>
    </dgm:pt>
    <dgm:pt modelId="{ABFECC11-7E66-4BA4-A74B-AFA80F1157AA}" type="parTrans" cxnId="{12EF7424-BFE4-4F2B-A257-357DF8EBBF01}">
      <dgm:prSet/>
      <dgm:spPr/>
      <dgm:t>
        <a:bodyPr/>
        <a:lstStyle/>
        <a:p>
          <a:endParaRPr lang="en-US"/>
        </a:p>
      </dgm:t>
    </dgm:pt>
    <dgm:pt modelId="{AC10A082-ABD8-41F5-A2F0-D1B47EB67ED5}" type="sibTrans" cxnId="{12EF7424-BFE4-4F2B-A257-357DF8EBBF01}">
      <dgm:prSet/>
      <dgm:spPr/>
      <dgm:t>
        <a:bodyPr/>
        <a:lstStyle/>
        <a:p>
          <a:endParaRPr lang="en-US"/>
        </a:p>
      </dgm:t>
    </dgm:pt>
    <dgm:pt modelId="{62098861-51F6-479F-AF78-02A2EF84986E}" type="pres">
      <dgm:prSet presAssocID="{86D05C8C-2DB8-423A-9258-99DC5013B356}" presName="vert0" presStyleCnt="0">
        <dgm:presLayoutVars>
          <dgm:dir/>
          <dgm:animOne val="branch"/>
          <dgm:animLvl val="lvl"/>
        </dgm:presLayoutVars>
      </dgm:prSet>
      <dgm:spPr/>
    </dgm:pt>
    <dgm:pt modelId="{806A7E8F-0FE1-4580-8494-AD9F57FFC2E7}" type="pres">
      <dgm:prSet presAssocID="{9BD7B129-D1C7-4156-A733-2B2DDA265557}" presName="thickLine" presStyleLbl="alignNode1" presStyleIdx="0" presStyleCnt="5"/>
      <dgm:spPr/>
    </dgm:pt>
    <dgm:pt modelId="{7E7561DB-68D8-4916-95A5-DD9A7C84423C}" type="pres">
      <dgm:prSet presAssocID="{9BD7B129-D1C7-4156-A733-2B2DDA265557}" presName="horz1" presStyleCnt="0"/>
      <dgm:spPr/>
    </dgm:pt>
    <dgm:pt modelId="{64C0BE67-47A4-4493-A391-FF358B7C4997}" type="pres">
      <dgm:prSet presAssocID="{9BD7B129-D1C7-4156-A733-2B2DDA265557}" presName="tx1" presStyleLbl="revTx" presStyleIdx="0" presStyleCnt="5"/>
      <dgm:spPr/>
    </dgm:pt>
    <dgm:pt modelId="{00C513D5-A6EF-42EA-AF5F-EB08C06BB8ED}" type="pres">
      <dgm:prSet presAssocID="{9BD7B129-D1C7-4156-A733-2B2DDA265557}" presName="vert1" presStyleCnt="0"/>
      <dgm:spPr/>
    </dgm:pt>
    <dgm:pt modelId="{3F98DA4B-155F-4945-9800-9C9416489785}" type="pres">
      <dgm:prSet presAssocID="{1D17EC9A-797A-49DF-9388-6FCAAD9D56F5}" presName="thickLine" presStyleLbl="alignNode1" presStyleIdx="1" presStyleCnt="5"/>
      <dgm:spPr/>
    </dgm:pt>
    <dgm:pt modelId="{40908104-B278-4EAF-BF46-F91C0D8A5E7C}" type="pres">
      <dgm:prSet presAssocID="{1D17EC9A-797A-49DF-9388-6FCAAD9D56F5}" presName="horz1" presStyleCnt="0"/>
      <dgm:spPr/>
    </dgm:pt>
    <dgm:pt modelId="{839BA4F1-91F3-45BB-8AF6-FCF1FCE7241D}" type="pres">
      <dgm:prSet presAssocID="{1D17EC9A-797A-49DF-9388-6FCAAD9D56F5}" presName="tx1" presStyleLbl="revTx" presStyleIdx="1" presStyleCnt="5"/>
      <dgm:spPr/>
    </dgm:pt>
    <dgm:pt modelId="{8AAE8787-D732-4064-9F3C-1AF4E45F212E}" type="pres">
      <dgm:prSet presAssocID="{1D17EC9A-797A-49DF-9388-6FCAAD9D56F5}" presName="vert1" presStyleCnt="0"/>
      <dgm:spPr/>
    </dgm:pt>
    <dgm:pt modelId="{D59D696D-14B3-4C38-BB72-284F6A4B9593}" type="pres">
      <dgm:prSet presAssocID="{ABBCC268-07EF-48E1-B072-1353243F8692}" presName="thickLine" presStyleLbl="alignNode1" presStyleIdx="2" presStyleCnt="5"/>
      <dgm:spPr/>
    </dgm:pt>
    <dgm:pt modelId="{91819261-A2C7-4B28-9028-25E207A9FFE0}" type="pres">
      <dgm:prSet presAssocID="{ABBCC268-07EF-48E1-B072-1353243F8692}" presName="horz1" presStyleCnt="0"/>
      <dgm:spPr/>
    </dgm:pt>
    <dgm:pt modelId="{CD6B3EB7-B727-4192-BEE2-2C84BEAF994C}" type="pres">
      <dgm:prSet presAssocID="{ABBCC268-07EF-48E1-B072-1353243F8692}" presName="tx1" presStyleLbl="revTx" presStyleIdx="2" presStyleCnt="5"/>
      <dgm:spPr/>
    </dgm:pt>
    <dgm:pt modelId="{96B0221C-4450-4EE2-9F84-F3C9F363835B}" type="pres">
      <dgm:prSet presAssocID="{ABBCC268-07EF-48E1-B072-1353243F8692}" presName="vert1" presStyleCnt="0"/>
      <dgm:spPr/>
    </dgm:pt>
    <dgm:pt modelId="{30ABE4FD-4DB2-45DF-BDEB-2BC191C750F4}" type="pres">
      <dgm:prSet presAssocID="{8509097F-3D54-4522-938C-04E08E981BBE}" presName="thickLine" presStyleLbl="alignNode1" presStyleIdx="3" presStyleCnt="5"/>
      <dgm:spPr/>
    </dgm:pt>
    <dgm:pt modelId="{D40CB6E6-553C-47E2-86B8-E73BD8EA0570}" type="pres">
      <dgm:prSet presAssocID="{8509097F-3D54-4522-938C-04E08E981BBE}" presName="horz1" presStyleCnt="0"/>
      <dgm:spPr/>
    </dgm:pt>
    <dgm:pt modelId="{EB0F9E91-1ECA-4AC6-99B4-37C39B0508AC}" type="pres">
      <dgm:prSet presAssocID="{8509097F-3D54-4522-938C-04E08E981BBE}" presName="tx1" presStyleLbl="revTx" presStyleIdx="3" presStyleCnt="5"/>
      <dgm:spPr/>
    </dgm:pt>
    <dgm:pt modelId="{48A28044-5C15-4012-BA48-8811126DFC2F}" type="pres">
      <dgm:prSet presAssocID="{8509097F-3D54-4522-938C-04E08E981BBE}" presName="vert1" presStyleCnt="0"/>
      <dgm:spPr/>
    </dgm:pt>
    <dgm:pt modelId="{A0C74197-AD43-440C-84CA-5A41475DB09D}" type="pres">
      <dgm:prSet presAssocID="{919CE342-DB7D-44A6-8F4C-495B91D6A6F7}" presName="thickLine" presStyleLbl="alignNode1" presStyleIdx="4" presStyleCnt="5"/>
      <dgm:spPr/>
    </dgm:pt>
    <dgm:pt modelId="{B39C6677-1E14-4B3A-8B75-E9009FEEBEF9}" type="pres">
      <dgm:prSet presAssocID="{919CE342-DB7D-44A6-8F4C-495B91D6A6F7}" presName="horz1" presStyleCnt="0"/>
      <dgm:spPr/>
    </dgm:pt>
    <dgm:pt modelId="{94C5028A-26C6-4885-B034-0F5E1D610D63}" type="pres">
      <dgm:prSet presAssocID="{919CE342-DB7D-44A6-8F4C-495B91D6A6F7}" presName="tx1" presStyleLbl="revTx" presStyleIdx="4" presStyleCnt="5"/>
      <dgm:spPr/>
    </dgm:pt>
    <dgm:pt modelId="{9337A055-88FE-4BE9-B332-6422FDB9DFD6}" type="pres">
      <dgm:prSet presAssocID="{919CE342-DB7D-44A6-8F4C-495B91D6A6F7}" presName="vert1" presStyleCnt="0"/>
      <dgm:spPr/>
    </dgm:pt>
  </dgm:ptLst>
  <dgm:cxnLst>
    <dgm:cxn modelId="{12EF7424-BFE4-4F2B-A257-357DF8EBBF01}" srcId="{86D05C8C-2DB8-423A-9258-99DC5013B356}" destId="{919CE342-DB7D-44A6-8F4C-495B91D6A6F7}" srcOrd="4" destOrd="0" parTransId="{ABFECC11-7E66-4BA4-A74B-AFA80F1157AA}" sibTransId="{AC10A082-ABD8-41F5-A2F0-D1B47EB67ED5}"/>
    <dgm:cxn modelId="{29BBCC3D-DC73-4EC9-A048-F1DB5C45A85E}" srcId="{86D05C8C-2DB8-423A-9258-99DC5013B356}" destId="{9BD7B129-D1C7-4156-A733-2B2DDA265557}" srcOrd="0" destOrd="0" parTransId="{6639F937-7B65-4F2C-908D-3AAA3870825D}" sibTransId="{C3373AF9-BA86-42E3-95B0-58CF79F9A022}"/>
    <dgm:cxn modelId="{5B7BAE46-98B9-45B2-A395-219FB07DE1D0}" type="presOf" srcId="{919CE342-DB7D-44A6-8F4C-495B91D6A6F7}" destId="{94C5028A-26C6-4885-B034-0F5E1D610D63}" srcOrd="0" destOrd="0" presId="urn:microsoft.com/office/officeart/2008/layout/LinedList"/>
    <dgm:cxn modelId="{3A3AED77-52F3-4DD5-8DF0-F12E0F52A511}" type="presOf" srcId="{8509097F-3D54-4522-938C-04E08E981BBE}" destId="{EB0F9E91-1ECA-4AC6-99B4-37C39B0508AC}" srcOrd="0" destOrd="0" presId="urn:microsoft.com/office/officeart/2008/layout/LinedList"/>
    <dgm:cxn modelId="{FBDF5C84-BA06-45C8-A313-5E9A9DD22C54}" type="presOf" srcId="{9BD7B129-D1C7-4156-A733-2B2DDA265557}" destId="{64C0BE67-47A4-4493-A391-FF358B7C4997}" srcOrd="0" destOrd="0" presId="urn:microsoft.com/office/officeart/2008/layout/LinedList"/>
    <dgm:cxn modelId="{0BFCBAAD-7DC0-425A-BF06-CE75B9C7EE62}" srcId="{86D05C8C-2DB8-423A-9258-99DC5013B356}" destId="{ABBCC268-07EF-48E1-B072-1353243F8692}" srcOrd="2" destOrd="0" parTransId="{2B12F564-6C62-4C5D-9557-4F67DA75ED6D}" sibTransId="{3295DAC1-0DE1-4798-8EDF-DC06EA05D369}"/>
    <dgm:cxn modelId="{5BA705B2-18F1-47A0-84F5-848B8B1475BF}" srcId="{86D05C8C-2DB8-423A-9258-99DC5013B356}" destId="{1D17EC9A-797A-49DF-9388-6FCAAD9D56F5}" srcOrd="1" destOrd="0" parTransId="{FA394A9C-1E4F-4160-8A37-BB6BBBE79FCC}" sibTransId="{0FE40E0D-07E5-402A-9B84-A440D3A340E4}"/>
    <dgm:cxn modelId="{B0D380D6-1787-4818-A46C-C5B5550C3C1D}" srcId="{86D05C8C-2DB8-423A-9258-99DC5013B356}" destId="{8509097F-3D54-4522-938C-04E08E981BBE}" srcOrd="3" destOrd="0" parTransId="{252E87BA-3879-42A9-A66B-50D2514C5AA6}" sibTransId="{61B92E42-9FAF-4C06-9F18-FCC85CC09F3E}"/>
    <dgm:cxn modelId="{2F05DCD6-8583-4D9C-8DB4-F968E028EE23}" type="presOf" srcId="{86D05C8C-2DB8-423A-9258-99DC5013B356}" destId="{62098861-51F6-479F-AF78-02A2EF84986E}" srcOrd="0" destOrd="0" presId="urn:microsoft.com/office/officeart/2008/layout/LinedList"/>
    <dgm:cxn modelId="{658051E6-56D4-4622-A75E-233E1E23F19F}" type="presOf" srcId="{1D17EC9A-797A-49DF-9388-6FCAAD9D56F5}" destId="{839BA4F1-91F3-45BB-8AF6-FCF1FCE7241D}" srcOrd="0" destOrd="0" presId="urn:microsoft.com/office/officeart/2008/layout/LinedList"/>
    <dgm:cxn modelId="{9152DBF0-71A0-4989-A1DD-30567FA7AFF0}" type="presOf" srcId="{ABBCC268-07EF-48E1-B072-1353243F8692}" destId="{CD6B3EB7-B727-4192-BEE2-2C84BEAF994C}" srcOrd="0" destOrd="0" presId="urn:microsoft.com/office/officeart/2008/layout/LinedList"/>
    <dgm:cxn modelId="{B2E14FA5-7671-49A0-8ED1-E3DCB4523284}" type="presParOf" srcId="{62098861-51F6-479F-AF78-02A2EF84986E}" destId="{806A7E8F-0FE1-4580-8494-AD9F57FFC2E7}" srcOrd="0" destOrd="0" presId="urn:microsoft.com/office/officeart/2008/layout/LinedList"/>
    <dgm:cxn modelId="{6B4B10D5-16D9-4441-B846-E92B5E3D60C7}" type="presParOf" srcId="{62098861-51F6-479F-AF78-02A2EF84986E}" destId="{7E7561DB-68D8-4916-95A5-DD9A7C84423C}" srcOrd="1" destOrd="0" presId="urn:microsoft.com/office/officeart/2008/layout/LinedList"/>
    <dgm:cxn modelId="{684002BB-F1FA-438B-84DA-525B41613430}" type="presParOf" srcId="{7E7561DB-68D8-4916-95A5-DD9A7C84423C}" destId="{64C0BE67-47A4-4493-A391-FF358B7C4997}" srcOrd="0" destOrd="0" presId="urn:microsoft.com/office/officeart/2008/layout/LinedList"/>
    <dgm:cxn modelId="{8A4A3AB0-582F-4E66-8EAB-44D115A4685F}" type="presParOf" srcId="{7E7561DB-68D8-4916-95A5-DD9A7C84423C}" destId="{00C513D5-A6EF-42EA-AF5F-EB08C06BB8ED}" srcOrd="1" destOrd="0" presId="urn:microsoft.com/office/officeart/2008/layout/LinedList"/>
    <dgm:cxn modelId="{06A616D1-D416-44F7-826F-272473A42E55}" type="presParOf" srcId="{62098861-51F6-479F-AF78-02A2EF84986E}" destId="{3F98DA4B-155F-4945-9800-9C9416489785}" srcOrd="2" destOrd="0" presId="urn:microsoft.com/office/officeart/2008/layout/LinedList"/>
    <dgm:cxn modelId="{70D0983C-EF7B-4B4A-85A4-F15A756B9BEF}" type="presParOf" srcId="{62098861-51F6-479F-AF78-02A2EF84986E}" destId="{40908104-B278-4EAF-BF46-F91C0D8A5E7C}" srcOrd="3" destOrd="0" presId="urn:microsoft.com/office/officeart/2008/layout/LinedList"/>
    <dgm:cxn modelId="{DBC130AF-7F69-4A49-8A71-968B76D68498}" type="presParOf" srcId="{40908104-B278-4EAF-BF46-F91C0D8A5E7C}" destId="{839BA4F1-91F3-45BB-8AF6-FCF1FCE7241D}" srcOrd="0" destOrd="0" presId="urn:microsoft.com/office/officeart/2008/layout/LinedList"/>
    <dgm:cxn modelId="{FEBB9553-03D7-4905-8DCD-2DB34347BAEF}" type="presParOf" srcId="{40908104-B278-4EAF-BF46-F91C0D8A5E7C}" destId="{8AAE8787-D732-4064-9F3C-1AF4E45F212E}" srcOrd="1" destOrd="0" presId="urn:microsoft.com/office/officeart/2008/layout/LinedList"/>
    <dgm:cxn modelId="{45AD856C-C29A-4CF2-9119-B08D539A118F}" type="presParOf" srcId="{62098861-51F6-479F-AF78-02A2EF84986E}" destId="{D59D696D-14B3-4C38-BB72-284F6A4B9593}" srcOrd="4" destOrd="0" presId="urn:microsoft.com/office/officeart/2008/layout/LinedList"/>
    <dgm:cxn modelId="{259D1710-0B47-4334-B02D-70BD2C12D67D}" type="presParOf" srcId="{62098861-51F6-479F-AF78-02A2EF84986E}" destId="{91819261-A2C7-4B28-9028-25E207A9FFE0}" srcOrd="5" destOrd="0" presId="urn:microsoft.com/office/officeart/2008/layout/LinedList"/>
    <dgm:cxn modelId="{2BB997CD-4BB8-483D-8E06-553E91608EA0}" type="presParOf" srcId="{91819261-A2C7-4B28-9028-25E207A9FFE0}" destId="{CD6B3EB7-B727-4192-BEE2-2C84BEAF994C}" srcOrd="0" destOrd="0" presId="urn:microsoft.com/office/officeart/2008/layout/LinedList"/>
    <dgm:cxn modelId="{0A8D6CA1-8AA9-438D-A4B3-7E93CEB814B4}" type="presParOf" srcId="{91819261-A2C7-4B28-9028-25E207A9FFE0}" destId="{96B0221C-4450-4EE2-9F84-F3C9F363835B}" srcOrd="1" destOrd="0" presId="urn:microsoft.com/office/officeart/2008/layout/LinedList"/>
    <dgm:cxn modelId="{5F4BB403-C9C5-4CC8-AC81-C569C9710EAC}" type="presParOf" srcId="{62098861-51F6-479F-AF78-02A2EF84986E}" destId="{30ABE4FD-4DB2-45DF-BDEB-2BC191C750F4}" srcOrd="6" destOrd="0" presId="urn:microsoft.com/office/officeart/2008/layout/LinedList"/>
    <dgm:cxn modelId="{CECA50ED-7ECF-41B9-B864-DBF01D8A0D18}" type="presParOf" srcId="{62098861-51F6-479F-AF78-02A2EF84986E}" destId="{D40CB6E6-553C-47E2-86B8-E73BD8EA0570}" srcOrd="7" destOrd="0" presId="urn:microsoft.com/office/officeart/2008/layout/LinedList"/>
    <dgm:cxn modelId="{B54B0AF9-34C8-451F-87E5-40F088569026}" type="presParOf" srcId="{D40CB6E6-553C-47E2-86B8-E73BD8EA0570}" destId="{EB0F9E91-1ECA-4AC6-99B4-37C39B0508AC}" srcOrd="0" destOrd="0" presId="urn:microsoft.com/office/officeart/2008/layout/LinedList"/>
    <dgm:cxn modelId="{E11D5DCE-3A81-47E9-87E5-77FE7F002D79}" type="presParOf" srcId="{D40CB6E6-553C-47E2-86B8-E73BD8EA0570}" destId="{48A28044-5C15-4012-BA48-8811126DFC2F}" srcOrd="1" destOrd="0" presId="urn:microsoft.com/office/officeart/2008/layout/LinedList"/>
    <dgm:cxn modelId="{A58355D0-9E60-4BC5-8155-C6B195EC903E}" type="presParOf" srcId="{62098861-51F6-479F-AF78-02A2EF84986E}" destId="{A0C74197-AD43-440C-84CA-5A41475DB09D}" srcOrd="8" destOrd="0" presId="urn:microsoft.com/office/officeart/2008/layout/LinedList"/>
    <dgm:cxn modelId="{9BA8C042-3FB3-4B27-843D-9809D452E435}" type="presParOf" srcId="{62098861-51F6-479F-AF78-02A2EF84986E}" destId="{B39C6677-1E14-4B3A-8B75-E9009FEEBEF9}" srcOrd="9" destOrd="0" presId="urn:microsoft.com/office/officeart/2008/layout/LinedList"/>
    <dgm:cxn modelId="{6DDE8903-7502-4C83-A62F-081D396CFFE0}" type="presParOf" srcId="{B39C6677-1E14-4B3A-8B75-E9009FEEBEF9}" destId="{94C5028A-26C6-4885-B034-0F5E1D610D63}" srcOrd="0" destOrd="0" presId="urn:microsoft.com/office/officeart/2008/layout/LinedList"/>
    <dgm:cxn modelId="{AE8F19C2-1B76-4D80-B8F0-9BA80EE9CF3E}" type="presParOf" srcId="{B39C6677-1E14-4B3A-8B75-E9009FEEBEF9}" destId="{9337A055-88FE-4BE9-B332-6422FDB9DFD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1F61F8A-27D6-4C17-83BA-3707971E0E30}" type="doc">
      <dgm:prSet loTypeId="urn:microsoft.com/office/officeart/2005/8/layout/vList2" loCatId="list" qsTypeId="urn:microsoft.com/office/officeart/2005/8/quickstyle/simple5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5820CF6-5445-40D5-899B-E6BBF8690FF7}">
      <dgm:prSet/>
      <dgm:spPr/>
      <dgm:t>
        <a:bodyPr/>
        <a:lstStyle/>
        <a:p>
          <a:r>
            <a:rPr lang="en-US"/>
            <a:t>Framework: Flask</a:t>
          </a:r>
        </a:p>
      </dgm:t>
    </dgm:pt>
    <dgm:pt modelId="{0D3605C3-EC1F-46D4-8C4E-BEF5F7E1013A}" type="parTrans" cxnId="{07CED6BA-38C4-4B61-BEC2-3B69084AF40D}">
      <dgm:prSet/>
      <dgm:spPr/>
      <dgm:t>
        <a:bodyPr/>
        <a:lstStyle/>
        <a:p>
          <a:endParaRPr lang="en-US"/>
        </a:p>
      </dgm:t>
    </dgm:pt>
    <dgm:pt modelId="{6B63FA16-8F44-4622-90B5-4CF284992242}" type="sibTrans" cxnId="{07CED6BA-38C4-4B61-BEC2-3B69084AF40D}">
      <dgm:prSet/>
      <dgm:spPr/>
      <dgm:t>
        <a:bodyPr/>
        <a:lstStyle/>
        <a:p>
          <a:endParaRPr lang="en-US"/>
        </a:p>
      </dgm:t>
    </dgm:pt>
    <dgm:pt modelId="{D46549D1-6E02-48DA-BBAF-9B6572DF5768}">
      <dgm:prSet/>
      <dgm:spPr/>
      <dgm:t>
        <a:bodyPr/>
        <a:lstStyle/>
        <a:p>
          <a:r>
            <a:rPr lang="en-US"/>
            <a:t>Pagini: Home, Search, Browse</a:t>
          </a:r>
        </a:p>
      </dgm:t>
    </dgm:pt>
    <dgm:pt modelId="{F60C3648-F18F-40D0-A5B6-D2ACC37C9A94}" type="parTrans" cxnId="{EA78D5C7-5513-470A-8BAD-34A5377A6064}">
      <dgm:prSet/>
      <dgm:spPr/>
      <dgm:t>
        <a:bodyPr/>
        <a:lstStyle/>
        <a:p>
          <a:endParaRPr lang="en-US"/>
        </a:p>
      </dgm:t>
    </dgm:pt>
    <dgm:pt modelId="{D56E9E7B-1144-4BD1-B02D-38C6602D1F04}" type="sibTrans" cxnId="{EA78D5C7-5513-470A-8BAD-34A5377A6064}">
      <dgm:prSet/>
      <dgm:spPr/>
      <dgm:t>
        <a:bodyPr/>
        <a:lstStyle/>
        <a:p>
          <a:endParaRPr lang="en-US"/>
        </a:p>
      </dgm:t>
    </dgm:pt>
    <dgm:pt modelId="{0CC7F2E0-032A-400C-9C0A-F5BDE199D05C}">
      <dgm:prSet/>
      <dgm:spPr/>
      <dgm:t>
        <a:bodyPr/>
        <a:lstStyle/>
        <a:p>
          <a:r>
            <a:rPr lang="en-US"/>
            <a:t>Clasificare live + scor + similar news</a:t>
          </a:r>
        </a:p>
      </dgm:t>
    </dgm:pt>
    <dgm:pt modelId="{58CD0820-A329-4075-963D-7DC163988EFA}" type="parTrans" cxnId="{E92A9A47-22BC-49D6-A575-62A464CC7AA7}">
      <dgm:prSet/>
      <dgm:spPr/>
      <dgm:t>
        <a:bodyPr/>
        <a:lstStyle/>
        <a:p>
          <a:endParaRPr lang="en-US"/>
        </a:p>
      </dgm:t>
    </dgm:pt>
    <dgm:pt modelId="{C2418A55-22A6-4879-B723-142121457B68}" type="sibTrans" cxnId="{E92A9A47-22BC-49D6-A575-62A464CC7AA7}">
      <dgm:prSet/>
      <dgm:spPr/>
      <dgm:t>
        <a:bodyPr/>
        <a:lstStyle/>
        <a:p>
          <a:endParaRPr lang="en-US"/>
        </a:p>
      </dgm:t>
    </dgm:pt>
    <dgm:pt modelId="{A9B79847-379A-40A0-8353-0D8AD11FF4BA}">
      <dgm:prSet/>
      <dgm:spPr/>
      <dgm:t>
        <a:bodyPr/>
        <a:lstStyle/>
        <a:p>
          <a:r>
            <a:rPr lang="en-US"/>
            <a:t>Interfață modernă stil anime neon</a:t>
          </a:r>
        </a:p>
      </dgm:t>
    </dgm:pt>
    <dgm:pt modelId="{4DEBEE7C-B16E-48BC-AFFF-83D21A4031CC}" type="parTrans" cxnId="{15538B16-A836-43F3-BE10-8EE5FC5D1CBF}">
      <dgm:prSet/>
      <dgm:spPr/>
      <dgm:t>
        <a:bodyPr/>
        <a:lstStyle/>
        <a:p>
          <a:endParaRPr lang="en-US"/>
        </a:p>
      </dgm:t>
    </dgm:pt>
    <dgm:pt modelId="{59C8581E-A636-4C5D-958D-2F6C9CF8490E}" type="sibTrans" cxnId="{15538B16-A836-43F3-BE10-8EE5FC5D1CBF}">
      <dgm:prSet/>
      <dgm:spPr/>
      <dgm:t>
        <a:bodyPr/>
        <a:lstStyle/>
        <a:p>
          <a:endParaRPr lang="en-US"/>
        </a:p>
      </dgm:t>
    </dgm:pt>
    <dgm:pt modelId="{C0E78625-E57F-4C91-B977-C4919097191A}" type="pres">
      <dgm:prSet presAssocID="{81F61F8A-27D6-4C17-83BA-3707971E0E30}" presName="linear" presStyleCnt="0">
        <dgm:presLayoutVars>
          <dgm:animLvl val="lvl"/>
          <dgm:resizeHandles val="exact"/>
        </dgm:presLayoutVars>
      </dgm:prSet>
      <dgm:spPr/>
    </dgm:pt>
    <dgm:pt modelId="{2075B9AA-9E04-4F81-A13D-EB7D24532466}" type="pres">
      <dgm:prSet presAssocID="{65820CF6-5445-40D5-899B-E6BBF8690FF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55E28A0-DA6E-4530-AFC5-27E2E4D778D5}" type="pres">
      <dgm:prSet presAssocID="{6B63FA16-8F44-4622-90B5-4CF284992242}" presName="spacer" presStyleCnt="0"/>
      <dgm:spPr/>
    </dgm:pt>
    <dgm:pt modelId="{352DFC18-7E0A-4279-ADA6-29C39CBB9A70}" type="pres">
      <dgm:prSet presAssocID="{D46549D1-6E02-48DA-BBAF-9B6572DF576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0733BC7-FD12-489F-8762-8EDC461EACC1}" type="pres">
      <dgm:prSet presAssocID="{D56E9E7B-1144-4BD1-B02D-38C6602D1F04}" presName="spacer" presStyleCnt="0"/>
      <dgm:spPr/>
    </dgm:pt>
    <dgm:pt modelId="{D261AD62-FB85-44D3-99F4-B4072446EC55}" type="pres">
      <dgm:prSet presAssocID="{0CC7F2E0-032A-400C-9C0A-F5BDE199D05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44FF1C5-0058-419C-8EE9-BBB6E5AFC30A}" type="pres">
      <dgm:prSet presAssocID="{C2418A55-22A6-4879-B723-142121457B68}" presName="spacer" presStyleCnt="0"/>
      <dgm:spPr/>
    </dgm:pt>
    <dgm:pt modelId="{380B5A64-8655-4D6D-80FD-A6971888B235}" type="pres">
      <dgm:prSet presAssocID="{A9B79847-379A-40A0-8353-0D8AD11FF4B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5538B16-A836-43F3-BE10-8EE5FC5D1CBF}" srcId="{81F61F8A-27D6-4C17-83BA-3707971E0E30}" destId="{A9B79847-379A-40A0-8353-0D8AD11FF4BA}" srcOrd="3" destOrd="0" parTransId="{4DEBEE7C-B16E-48BC-AFFF-83D21A4031CC}" sibTransId="{59C8581E-A636-4C5D-958D-2F6C9CF8490E}"/>
    <dgm:cxn modelId="{2D353F2E-1132-42F9-BC4B-ACA42AADCD81}" type="presOf" srcId="{0CC7F2E0-032A-400C-9C0A-F5BDE199D05C}" destId="{D261AD62-FB85-44D3-99F4-B4072446EC55}" srcOrd="0" destOrd="0" presId="urn:microsoft.com/office/officeart/2005/8/layout/vList2"/>
    <dgm:cxn modelId="{E92A9A47-22BC-49D6-A575-62A464CC7AA7}" srcId="{81F61F8A-27D6-4C17-83BA-3707971E0E30}" destId="{0CC7F2E0-032A-400C-9C0A-F5BDE199D05C}" srcOrd="2" destOrd="0" parTransId="{58CD0820-A329-4075-963D-7DC163988EFA}" sibTransId="{C2418A55-22A6-4879-B723-142121457B68}"/>
    <dgm:cxn modelId="{837112B5-A587-42EA-8854-3A63554E2C74}" type="presOf" srcId="{65820CF6-5445-40D5-899B-E6BBF8690FF7}" destId="{2075B9AA-9E04-4F81-A13D-EB7D24532466}" srcOrd="0" destOrd="0" presId="urn:microsoft.com/office/officeart/2005/8/layout/vList2"/>
    <dgm:cxn modelId="{07CED6BA-38C4-4B61-BEC2-3B69084AF40D}" srcId="{81F61F8A-27D6-4C17-83BA-3707971E0E30}" destId="{65820CF6-5445-40D5-899B-E6BBF8690FF7}" srcOrd="0" destOrd="0" parTransId="{0D3605C3-EC1F-46D4-8C4E-BEF5F7E1013A}" sibTransId="{6B63FA16-8F44-4622-90B5-4CF284992242}"/>
    <dgm:cxn modelId="{EA78D5C7-5513-470A-8BAD-34A5377A6064}" srcId="{81F61F8A-27D6-4C17-83BA-3707971E0E30}" destId="{D46549D1-6E02-48DA-BBAF-9B6572DF5768}" srcOrd="1" destOrd="0" parTransId="{F60C3648-F18F-40D0-A5B6-D2ACC37C9A94}" sibTransId="{D56E9E7B-1144-4BD1-B02D-38C6602D1F04}"/>
    <dgm:cxn modelId="{F8EDABD9-B58C-4D86-AA25-807579929B90}" type="presOf" srcId="{D46549D1-6E02-48DA-BBAF-9B6572DF5768}" destId="{352DFC18-7E0A-4279-ADA6-29C39CBB9A70}" srcOrd="0" destOrd="0" presId="urn:microsoft.com/office/officeart/2005/8/layout/vList2"/>
    <dgm:cxn modelId="{6C73CADF-42BA-4FA2-B30D-578A9479BD80}" type="presOf" srcId="{81F61F8A-27D6-4C17-83BA-3707971E0E30}" destId="{C0E78625-E57F-4C91-B977-C4919097191A}" srcOrd="0" destOrd="0" presId="urn:microsoft.com/office/officeart/2005/8/layout/vList2"/>
    <dgm:cxn modelId="{71D8DBF4-8DCC-4BB5-BA45-6F81558EBD7E}" type="presOf" srcId="{A9B79847-379A-40A0-8353-0D8AD11FF4BA}" destId="{380B5A64-8655-4D6D-80FD-A6971888B235}" srcOrd="0" destOrd="0" presId="urn:microsoft.com/office/officeart/2005/8/layout/vList2"/>
    <dgm:cxn modelId="{C90AD5A1-AFB0-4E85-9A93-23CCFEA7ABC2}" type="presParOf" srcId="{C0E78625-E57F-4C91-B977-C4919097191A}" destId="{2075B9AA-9E04-4F81-A13D-EB7D24532466}" srcOrd="0" destOrd="0" presId="urn:microsoft.com/office/officeart/2005/8/layout/vList2"/>
    <dgm:cxn modelId="{D9DBCB39-0D42-4BEE-A2A2-252F270837F9}" type="presParOf" srcId="{C0E78625-E57F-4C91-B977-C4919097191A}" destId="{D55E28A0-DA6E-4530-AFC5-27E2E4D778D5}" srcOrd="1" destOrd="0" presId="urn:microsoft.com/office/officeart/2005/8/layout/vList2"/>
    <dgm:cxn modelId="{2AF46D89-F677-4B99-9E6A-86A08A46360A}" type="presParOf" srcId="{C0E78625-E57F-4C91-B977-C4919097191A}" destId="{352DFC18-7E0A-4279-ADA6-29C39CBB9A70}" srcOrd="2" destOrd="0" presId="urn:microsoft.com/office/officeart/2005/8/layout/vList2"/>
    <dgm:cxn modelId="{2F8DA50A-A009-4F7D-BF7B-8D50C5076E5A}" type="presParOf" srcId="{C0E78625-E57F-4C91-B977-C4919097191A}" destId="{50733BC7-FD12-489F-8762-8EDC461EACC1}" srcOrd="3" destOrd="0" presId="urn:microsoft.com/office/officeart/2005/8/layout/vList2"/>
    <dgm:cxn modelId="{BD3CBEE2-5C70-471F-B29D-B2FBA75A34C6}" type="presParOf" srcId="{C0E78625-E57F-4C91-B977-C4919097191A}" destId="{D261AD62-FB85-44D3-99F4-B4072446EC55}" srcOrd="4" destOrd="0" presId="urn:microsoft.com/office/officeart/2005/8/layout/vList2"/>
    <dgm:cxn modelId="{8D1A1AD3-6FB9-43A2-9C25-7B16B61F7562}" type="presParOf" srcId="{C0E78625-E57F-4C91-B977-C4919097191A}" destId="{644FF1C5-0058-419C-8EE9-BBB6E5AFC30A}" srcOrd="5" destOrd="0" presId="urn:microsoft.com/office/officeart/2005/8/layout/vList2"/>
    <dgm:cxn modelId="{87DB82D5-52F7-4488-8356-BF559F2AF301}" type="presParOf" srcId="{C0E78625-E57F-4C91-B977-C4919097191A}" destId="{380B5A64-8655-4D6D-80FD-A6971888B23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CF819D-4E5C-40C8-9349-495807E949B6}">
      <dsp:nvSpPr>
        <dsp:cNvPr id="0" name=""/>
        <dsp:cNvSpPr/>
      </dsp:nvSpPr>
      <dsp:spPr>
        <a:xfrm>
          <a:off x="0" y="0"/>
          <a:ext cx="4243589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9EF3A7C-8048-4DC8-9631-94418E63ECA3}">
      <dsp:nvSpPr>
        <dsp:cNvPr id="0" name=""/>
        <dsp:cNvSpPr/>
      </dsp:nvSpPr>
      <dsp:spPr>
        <a:xfrm>
          <a:off x="0" y="0"/>
          <a:ext cx="4243589" cy="8301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Scraping din AnimeNewsNetwork</a:t>
          </a:r>
        </a:p>
      </dsp:txBody>
      <dsp:txXfrm>
        <a:off x="0" y="0"/>
        <a:ext cx="4243589" cy="830167"/>
      </dsp:txXfrm>
    </dsp:sp>
    <dsp:sp modelId="{B845390B-F1D1-4427-9655-AF6BF18B6953}">
      <dsp:nvSpPr>
        <dsp:cNvPr id="0" name=""/>
        <dsp:cNvSpPr/>
      </dsp:nvSpPr>
      <dsp:spPr>
        <a:xfrm>
          <a:off x="0" y="830167"/>
          <a:ext cx="4243589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B2A3916-8707-47DB-B698-A9F08C14E924}">
      <dsp:nvSpPr>
        <dsp:cNvPr id="0" name=""/>
        <dsp:cNvSpPr/>
      </dsp:nvSpPr>
      <dsp:spPr>
        <a:xfrm>
          <a:off x="0" y="830167"/>
          <a:ext cx="4243589" cy="8301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Surse alternative RSS</a:t>
          </a:r>
        </a:p>
      </dsp:txBody>
      <dsp:txXfrm>
        <a:off x="0" y="830167"/>
        <a:ext cx="4243589" cy="830167"/>
      </dsp:txXfrm>
    </dsp:sp>
    <dsp:sp modelId="{550A38EB-4C1E-4FE7-90EE-81FD3C4BA502}">
      <dsp:nvSpPr>
        <dsp:cNvPr id="0" name=""/>
        <dsp:cNvSpPr/>
      </dsp:nvSpPr>
      <dsp:spPr>
        <a:xfrm>
          <a:off x="0" y="1660334"/>
          <a:ext cx="4243589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D685AEB-C577-483E-977F-3CC12EFD481E}">
      <dsp:nvSpPr>
        <dsp:cNvPr id="0" name=""/>
        <dsp:cNvSpPr/>
      </dsp:nvSpPr>
      <dsp:spPr>
        <a:xfrm>
          <a:off x="0" y="1660334"/>
          <a:ext cx="4243589" cy="8301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Filtrare, curățare și structurare date</a:t>
          </a:r>
        </a:p>
      </dsp:txBody>
      <dsp:txXfrm>
        <a:off x="0" y="1660334"/>
        <a:ext cx="4243589" cy="830167"/>
      </dsp:txXfrm>
    </dsp:sp>
    <dsp:sp modelId="{233E495C-11E3-4642-85DA-EB750AF583D3}">
      <dsp:nvSpPr>
        <dsp:cNvPr id="0" name=""/>
        <dsp:cNvSpPr/>
      </dsp:nvSpPr>
      <dsp:spPr>
        <a:xfrm>
          <a:off x="0" y="2490501"/>
          <a:ext cx="4243589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404D915-6387-433A-91FA-CC7EAC566D00}">
      <dsp:nvSpPr>
        <dsp:cNvPr id="0" name=""/>
        <dsp:cNvSpPr/>
      </dsp:nvSpPr>
      <dsp:spPr>
        <a:xfrm>
          <a:off x="0" y="2490501"/>
          <a:ext cx="4243589" cy="8301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Salvare în format CSV</a:t>
          </a:r>
        </a:p>
      </dsp:txBody>
      <dsp:txXfrm>
        <a:off x="0" y="2490501"/>
        <a:ext cx="4243589" cy="8301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27C264-C3FE-42FD-A1F3-86057B9E4F58}">
      <dsp:nvSpPr>
        <dsp:cNvPr id="0" name=""/>
        <dsp:cNvSpPr/>
      </dsp:nvSpPr>
      <dsp:spPr>
        <a:xfrm>
          <a:off x="0" y="1621"/>
          <a:ext cx="424358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05DBE04-DA3B-4307-B9DB-F4EF9080F9BB}">
      <dsp:nvSpPr>
        <dsp:cNvPr id="0" name=""/>
        <dsp:cNvSpPr/>
      </dsp:nvSpPr>
      <dsp:spPr>
        <a:xfrm>
          <a:off x="0" y="1621"/>
          <a:ext cx="4243589" cy="1105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Scraping Reddit (r/anime + subreddite dedicate)</a:t>
          </a:r>
        </a:p>
      </dsp:txBody>
      <dsp:txXfrm>
        <a:off x="0" y="1621"/>
        <a:ext cx="4243589" cy="1105808"/>
      </dsp:txXfrm>
    </dsp:sp>
    <dsp:sp modelId="{F1B2B247-AC2B-417A-B9B6-88EF9C56FBCF}">
      <dsp:nvSpPr>
        <dsp:cNvPr id="0" name=""/>
        <dsp:cNvSpPr/>
      </dsp:nvSpPr>
      <dsp:spPr>
        <a:xfrm>
          <a:off x="0" y="1107429"/>
          <a:ext cx="424358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419D26B-D012-49D6-A42E-158AF6636238}">
      <dsp:nvSpPr>
        <dsp:cNvPr id="0" name=""/>
        <dsp:cNvSpPr/>
      </dsp:nvSpPr>
      <dsp:spPr>
        <a:xfrm>
          <a:off x="0" y="1107429"/>
          <a:ext cx="4243589" cy="1105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Capturarea limbajului informal</a:t>
          </a:r>
        </a:p>
      </dsp:txBody>
      <dsp:txXfrm>
        <a:off x="0" y="1107429"/>
        <a:ext cx="4243589" cy="1105808"/>
      </dsp:txXfrm>
    </dsp:sp>
    <dsp:sp modelId="{ECD854FD-754E-484B-AA57-69A71F321084}">
      <dsp:nvSpPr>
        <dsp:cNvPr id="0" name=""/>
        <dsp:cNvSpPr/>
      </dsp:nvSpPr>
      <dsp:spPr>
        <a:xfrm>
          <a:off x="0" y="2213238"/>
          <a:ext cx="424358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5B487BE-58A1-4998-9EC8-D9106931C29C}">
      <dsp:nvSpPr>
        <dsp:cNvPr id="0" name=""/>
        <dsp:cNvSpPr/>
      </dsp:nvSpPr>
      <dsp:spPr>
        <a:xfrm>
          <a:off x="0" y="2213238"/>
          <a:ext cx="4243589" cy="1105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Clasificare corectă ca rumor, nu fake</a:t>
          </a:r>
        </a:p>
      </dsp:txBody>
      <dsp:txXfrm>
        <a:off x="0" y="2213238"/>
        <a:ext cx="4243589" cy="11058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46FE2E-DAD9-44E4-AE9E-8BA4BE2F8219}">
      <dsp:nvSpPr>
        <dsp:cNvPr id="0" name=""/>
        <dsp:cNvSpPr/>
      </dsp:nvSpPr>
      <dsp:spPr>
        <a:xfrm>
          <a:off x="0" y="346784"/>
          <a:ext cx="4243589" cy="8353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Prima încercare: generare automată (rezultate neconvingătoare)</a:t>
          </a:r>
        </a:p>
      </dsp:txBody>
      <dsp:txXfrm>
        <a:off x="40780" y="387564"/>
        <a:ext cx="4162029" cy="753819"/>
      </dsp:txXfrm>
    </dsp:sp>
    <dsp:sp modelId="{177E3AE2-F02E-478A-848C-07FC83AA9AA3}">
      <dsp:nvSpPr>
        <dsp:cNvPr id="0" name=""/>
        <dsp:cNvSpPr/>
      </dsp:nvSpPr>
      <dsp:spPr>
        <a:xfrm>
          <a:off x="0" y="1242644"/>
          <a:ext cx="4243589" cy="8353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Soluția adoptată: scraping pentru fake real</a:t>
          </a:r>
        </a:p>
      </dsp:txBody>
      <dsp:txXfrm>
        <a:off x="40780" y="1283424"/>
        <a:ext cx="4162029" cy="753819"/>
      </dsp:txXfrm>
    </dsp:sp>
    <dsp:sp modelId="{2852FFDA-B546-4D93-A65A-F752EEBE405E}">
      <dsp:nvSpPr>
        <dsp:cNvPr id="0" name=""/>
        <dsp:cNvSpPr/>
      </dsp:nvSpPr>
      <dsp:spPr>
        <a:xfrm>
          <a:off x="0" y="2138504"/>
          <a:ext cx="4243589" cy="8353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Completare cu synthetic data acolo unde a fost util</a:t>
          </a:r>
        </a:p>
      </dsp:txBody>
      <dsp:txXfrm>
        <a:off x="40780" y="2179284"/>
        <a:ext cx="4162029" cy="7538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C53E78-5644-42CE-B00C-C07A9F046B90}">
      <dsp:nvSpPr>
        <dsp:cNvPr id="0" name=""/>
        <dsp:cNvSpPr/>
      </dsp:nvSpPr>
      <dsp:spPr>
        <a:xfrm>
          <a:off x="0" y="1621"/>
          <a:ext cx="424358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5A6273F-14B2-44A9-AE55-A6F6ABABBAEC}">
      <dsp:nvSpPr>
        <dsp:cNvPr id="0" name=""/>
        <dsp:cNvSpPr/>
      </dsp:nvSpPr>
      <dsp:spPr>
        <a:xfrm>
          <a:off x="0" y="1621"/>
          <a:ext cx="4243589" cy="1105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Combinarea surselor într-un singur CSV</a:t>
          </a:r>
        </a:p>
      </dsp:txBody>
      <dsp:txXfrm>
        <a:off x="0" y="1621"/>
        <a:ext cx="4243589" cy="1105808"/>
      </dsp:txXfrm>
    </dsp:sp>
    <dsp:sp modelId="{57A7B811-35BF-47E8-A26F-6A9E2513B39B}">
      <dsp:nvSpPr>
        <dsp:cNvPr id="0" name=""/>
        <dsp:cNvSpPr/>
      </dsp:nvSpPr>
      <dsp:spPr>
        <a:xfrm>
          <a:off x="0" y="1107429"/>
          <a:ext cx="4243589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92FE2E7-7BE3-4943-B833-59FDE2E38BAA}">
      <dsp:nvSpPr>
        <dsp:cNvPr id="0" name=""/>
        <dsp:cNvSpPr/>
      </dsp:nvSpPr>
      <dsp:spPr>
        <a:xfrm>
          <a:off x="0" y="1107429"/>
          <a:ext cx="4243589" cy="1105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Standardizare și verificare dubluri</a:t>
          </a:r>
        </a:p>
      </dsp:txBody>
      <dsp:txXfrm>
        <a:off x="0" y="1107429"/>
        <a:ext cx="4243589" cy="1105808"/>
      </dsp:txXfrm>
    </dsp:sp>
    <dsp:sp modelId="{DE9C5358-BB65-44C8-A1AA-E64A3EB18224}">
      <dsp:nvSpPr>
        <dsp:cNvPr id="0" name=""/>
        <dsp:cNvSpPr/>
      </dsp:nvSpPr>
      <dsp:spPr>
        <a:xfrm>
          <a:off x="0" y="2213238"/>
          <a:ext cx="4243589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0C52EF8-535E-4393-BB0A-F8F71AA9324F}">
      <dsp:nvSpPr>
        <dsp:cNvPr id="0" name=""/>
        <dsp:cNvSpPr/>
      </dsp:nvSpPr>
      <dsp:spPr>
        <a:xfrm>
          <a:off x="0" y="2213238"/>
          <a:ext cx="4243589" cy="1105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Distribuția datasetului: rumor &gt; real &gt; fake</a:t>
          </a:r>
        </a:p>
      </dsp:txBody>
      <dsp:txXfrm>
        <a:off x="0" y="2213238"/>
        <a:ext cx="4243589" cy="110580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208D17-93FC-4646-86B1-F35E438AE1D2}">
      <dsp:nvSpPr>
        <dsp:cNvPr id="0" name=""/>
        <dsp:cNvSpPr/>
      </dsp:nvSpPr>
      <dsp:spPr>
        <a:xfrm>
          <a:off x="0" y="33047"/>
          <a:ext cx="4498848" cy="8342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TF-IDF cu n-gram (1-2)</a:t>
          </a:r>
        </a:p>
      </dsp:txBody>
      <dsp:txXfrm>
        <a:off x="40724" y="73771"/>
        <a:ext cx="4417400" cy="752780"/>
      </dsp:txXfrm>
    </dsp:sp>
    <dsp:sp modelId="{F6C433B9-D42E-4FC1-B72A-C90CE35AE84A}">
      <dsp:nvSpPr>
        <dsp:cNvPr id="0" name=""/>
        <dsp:cNvSpPr/>
      </dsp:nvSpPr>
      <dsp:spPr>
        <a:xfrm>
          <a:off x="0" y="927755"/>
          <a:ext cx="4498848" cy="8342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max_features = 50,000</a:t>
          </a:r>
        </a:p>
      </dsp:txBody>
      <dsp:txXfrm>
        <a:off x="40724" y="968479"/>
        <a:ext cx="4417400" cy="752780"/>
      </dsp:txXfrm>
    </dsp:sp>
    <dsp:sp modelId="{C858C3C0-9968-4EEE-BC14-6503B096C2B4}">
      <dsp:nvSpPr>
        <dsp:cNvPr id="0" name=""/>
        <dsp:cNvSpPr/>
      </dsp:nvSpPr>
      <dsp:spPr>
        <a:xfrm>
          <a:off x="0" y="1822464"/>
          <a:ext cx="4498848" cy="8342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Stopwords removal</a:t>
          </a:r>
        </a:p>
      </dsp:txBody>
      <dsp:txXfrm>
        <a:off x="40724" y="1863188"/>
        <a:ext cx="4417400" cy="752780"/>
      </dsp:txXfrm>
    </dsp:sp>
    <dsp:sp modelId="{106CFC23-0C65-472E-B999-C15A5775C9D2}">
      <dsp:nvSpPr>
        <dsp:cNvPr id="0" name=""/>
        <dsp:cNvSpPr/>
      </dsp:nvSpPr>
      <dsp:spPr>
        <a:xfrm>
          <a:off x="0" y="2717172"/>
          <a:ext cx="4498848" cy="8342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Feature suplimentar: fake_signal pe cuvinte manipulative</a:t>
          </a:r>
        </a:p>
      </dsp:txBody>
      <dsp:txXfrm>
        <a:off x="40724" y="2757896"/>
        <a:ext cx="4417400" cy="7527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773B45-86D1-4548-A4C3-0EE713A6875E}">
      <dsp:nvSpPr>
        <dsp:cNvPr id="0" name=""/>
        <dsp:cNvSpPr/>
      </dsp:nvSpPr>
      <dsp:spPr>
        <a:xfrm>
          <a:off x="919805" y="1235"/>
          <a:ext cx="857812" cy="857812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FD3EDD-791D-4323-B8EF-3009E083AE45}">
      <dsp:nvSpPr>
        <dsp:cNvPr id="0" name=""/>
        <dsp:cNvSpPr/>
      </dsp:nvSpPr>
      <dsp:spPr>
        <a:xfrm>
          <a:off x="1102617" y="184048"/>
          <a:ext cx="492187" cy="49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9E6812-0FDF-44D4-821C-43CA45466675}">
      <dsp:nvSpPr>
        <dsp:cNvPr id="0" name=""/>
        <dsp:cNvSpPr/>
      </dsp:nvSpPr>
      <dsp:spPr>
        <a:xfrm>
          <a:off x="645586" y="1126235"/>
          <a:ext cx="1406250" cy="56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Model ales: Logistic Regression multiclass</a:t>
          </a:r>
        </a:p>
      </dsp:txBody>
      <dsp:txXfrm>
        <a:off x="645586" y="1126235"/>
        <a:ext cx="1406250" cy="562500"/>
      </dsp:txXfrm>
    </dsp:sp>
    <dsp:sp modelId="{A5180980-51DC-4832-973F-3437405E1947}">
      <dsp:nvSpPr>
        <dsp:cNvPr id="0" name=""/>
        <dsp:cNvSpPr/>
      </dsp:nvSpPr>
      <dsp:spPr>
        <a:xfrm>
          <a:off x="2572148" y="1235"/>
          <a:ext cx="857812" cy="857812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4CC686-4C87-4CE2-81F1-B83BDC59313D}">
      <dsp:nvSpPr>
        <dsp:cNvPr id="0" name=""/>
        <dsp:cNvSpPr/>
      </dsp:nvSpPr>
      <dsp:spPr>
        <a:xfrm>
          <a:off x="2754961" y="184048"/>
          <a:ext cx="492187" cy="49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762EA5-86E9-4A10-8536-ADA85EE9544C}">
      <dsp:nvSpPr>
        <dsp:cNvPr id="0" name=""/>
        <dsp:cNvSpPr/>
      </dsp:nvSpPr>
      <dsp:spPr>
        <a:xfrm>
          <a:off x="2297930" y="1126235"/>
          <a:ext cx="1406250" cy="56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Avantaje: rapid, interpretable, stabil pe texte scurte, fără GPU</a:t>
          </a:r>
        </a:p>
      </dsp:txBody>
      <dsp:txXfrm>
        <a:off x="2297930" y="1126235"/>
        <a:ext cx="1406250" cy="562500"/>
      </dsp:txXfrm>
    </dsp:sp>
    <dsp:sp modelId="{26A0A0E0-EF00-495F-80E3-B17F22F55D40}">
      <dsp:nvSpPr>
        <dsp:cNvPr id="0" name=""/>
        <dsp:cNvSpPr/>
      </dsp:nvSpPr>
      <dsp:spPr>
        <a:xfrm>
          <a:off x="4224492" y="1235"/>
          <a:ext cx="857812" cy="857812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862967-8DF7-4B7D-9700-4906BBC50FD3}">
      <dsp:nvSpPr>
        <dsp:cNvPr id="0" name=""/>
        <dsp:cNvSpPr/>
      </dsp:nvSpPr>
      <dsp:spPr>
        <a:xfrm>
          <a:off x="4407305" y="184048"/>
          <a:ext cx="492187" cy="49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8678D0-5876-46CD-8D5D-9D98E2A592C2}">
      <dsp:nvSpPr>
        <dsp:cNvPr id="0" name=""/>
        <dsp:cNvSpPr/>
      </dsp:nvSpPr>
      <dsp:spPr>
        <a:xfrm>
          <a:off x="3950273" y="1126235"/>
          <a:ext cx="1406250" cy="56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Alternative: Naive Bayes, SVM</a:t>
          </a:r>
        </a:p>
      </dsp:txBody>
      <dsp:txXfrm>
        <a:off x="3950273" y="1126235"/>
        <a:ext cx="1406250" cy="562500"/>
      </dsp:txXfrm>
    </dsp:sp>
    <dsp:sp modelId="{17DC9EF8-D30C-4888-B5BA-A1D6E65A4EBD}">
      <dsp:nvSpPr>
        <dsp:cNvPr id="0" name=""/>
        <dsp:cNvSpPr/>
      </dsp:nvSpPr>
      <dsp:spPr>
        <a:xfrm>
          <a:off x="2572148" y="2040298"/>
          <a:ext cx="857812" cy="857812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621F51-5E21-4174-A3F8-73D96C41E3BC}">
      <dsp:nvSpPr>
        <dsp:cNvPr id="0" name=""/>
        <dsp:cNvSpPr/>
      </dsp:nvSpPr>
      <dsp:spPr>
        <a:xfrm>
          <a:off x="2754961" y="2223110"/>
          <a:ext cx="492187" cy="4921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6D846B-052D-48F6-9367-3E020EFE789C}">
      <dsp:nvSpPr>
        <dsp:cNvPr id="0" name=""/>
        <dsp:cNvSpPr/>
      </dsp:nvSpPr>
      <dsp:spPr>
        <a:xfrm>
          <a:off x="2297930" y="3165298"/>
          <a:ext cx="1406250" cy="56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Future upgrade: BERT / Transformers</a:t>
          </a:r>
        </a:p>
      </dsp:txBody>
      <dsp:txXfrm>
        <a:off x="2297930" y="3165298"/>
        <a:ext cx="1406250" cy="5625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12733C-7F3D-459A-A627-812A1DB4ECA3}">
      <dsp:nvSpPr>
        <dsp:cNvPr id="0" name=""/>
        <dsp:cNvSpPr/>
      </dsp:nvSpPr>
      <dsp:spPr>
        <a:xfrm>
          <a:off x="0" y="38377"/>
          <a:ext cx="4555782" cy="1272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Împărțire stratificată train/test</a:t>
          </a:r>
        </a:p>
      </dsp:txBody>
      <dsp:txXfrm>
        <a:off x="62141" y="100518"/>
        <a:ext cx="4431500" cy="1148678"/>
      </dsp:txXfrm>
    </dsp:sp>
    <dsp:sp modelId="{C18F2ED8-BAF9-4716-AC60-B153231D7357}">
      <dsp:nvSpPr>
        <dsp:cNvPr id="0" name=""/>
        <dsp:cNvSpPr/>
      </dsp:nvSpPr>
      <dsp:spPr>
        <a:xfrm>
          <a:off x="0" y="1403497"/>
          <a:ext cx="4555782" cy="127296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RandomOverSampler pentru balansare clase</a:t>
          </a:r>
        </a:p>
      </dsp:txBody>
      <dsp:txXfrm>
        <a:off x="62141" y="1465638"/>
        <a:ext cx="4431500" cy="1148678"/>
      </dsp:txXfrm>
    </dsp:sp>
    <dsp:sp modelId="{80D76150-08F1-4C08-8721-7CB010CE4D77}">
      <dsp:nvSpPr>
        <dsp:cNvPr id="0" name=""/>
        <dsp:cNvSpPr/>
      </dsp:nvSpPr>
      <dsp:spPr>
        <a:xfrm>
          <a:off x="0" y="2768618"/>
          <a:ext cx="4555782" cy="127296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max_iter = 2000</a:t>
          </a:r>
        </a:p>
      </dsp:txBody>
      <dsp:txXfrm>
        <a:off x="62141" y="2830759"/>
        <a:ext cx="4431500" cy="1148678"/>
      </dsp:txXfrm>
    </dsp:sp>
    <dsp:sp modelId="{A9245B43-4629-431D-953B-541BB2B4BC7A}">
      <dsp:nvSpPr>
        <dsp:cNvPr id="0" name=""/>
        <dsp:cNvSpPr/>
      </dsp:nvSpPr>
      <dsp:spPr>
        <a:xfrm>
          <a:off x="0" y="4133738"/>
          <a:ext cx="4555782" cy="1272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Reproductibilitate (random_state=42)</a:t>
          </a:r>
        </a:p>
      </dsp:txBody>
      <dsp:txXfrm>
        <a:off x="62141" y="4195879"/>
        <a:ext cx="4431500" cy="114867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6A7E8F-0FE1-4580-8494-AD9F57FFC2E7}">
      <dsp:nvSpPr>
        <dsp:cNvPr id="0" name=""/>
        <dsp:cNvSpPr/>
      </dsp:nvSpPr>
      <dsp:spPr>
        <a:xfrm>
          <a:off x="0" y="664"/>
          <a:ext cx="4555782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4C0BE67-47A4-4493-A391-FF358B7C4997}">
      <dsp:nvSpPr>
        <dsp:cNvPr id="0" name=""/>
        <dsp:cNvSpPr/>
      </dsp:nvSpPr>
      <dsp:spPr>
        <a:xfrm>
          <a:off x="0" y="664"/>
          <a:ext cx="4555782" cy="1088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Classification report</a:t>
          </a:r>
        </a:p>
      </dsp:txBody>
      <dsp:txXfrm>
        <a:off x="0" y="664"/>
        <a:ext cx="4555782" cy="1088749"/>
      </dsp:txXfrm>
    </dsp:sp>
    <dsp:sp modelId="{3F98DA4B-155F-4945-9800-9C9416489785}">
      <dsp:nvSpPr>
        <dsp:cNvPr id="0" name=""/>
        <dsp:cNvSpPr/>
      </dsp:nvSpPr>
      <dsp:spPr>
        <a:xfrm>
          <a:off x="0" y="1089414"/>
          <a:ext cx="4555782" cy="0"/>
        </a:xfrm>
        <a:prstGeom prst="line">
          <a:avLst/>
        </a:prstGeom>
        <a:gradFill rotWithShape="0">
          <a:gsLst>
            <a:gs pos="0">
              <a:schemeClr val="accent5">
                <a:hueOff val="-2483469"/>
                <a:satOff val="9953"/>
                <a:lumOff val="215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2483469"/>
                <a:satOff val="9953"/>
                <a:lumOff val="215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39BA4F1-91F3-45BB-8AF6-FCF1FCE7241D}">
      <dsp:nvSpPr>
        <dsp:cNvPr id="0" name=""/>
        <dsp:cNvSpPr/>
      </dsp:nvSpPr>
      <dsp:spPr>
        <a:xfrm>
          <a:off x="0" y="1089414"/>
          <a:ext cx="4555782" cy="1088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Confusion matrix</a:t>
          </a:r>
        </a:p>
      </dsp:txBody>
      <dsp:txXfrm>
        <a:off x="0" y="1089414"/>
        <a:ext cx="4555782" cy="1088749"/>
      </dsp:txXfrm>
    </dsp:sp>
    <dsp:sp modelId="{D59D696D-14B3-4C38-BB72-284F6A4B9593}">
      <dsp:nvSpPr>
        <dsp:cNvPr id="0" name=""/>
        <dsp:cNvSpPr/>
      </dsp:nvSpPr>
      <dsp:spPr>
        <a:xfrm>
          <a:off x="0" y="2178163"/>
          <a:ext cx="4555782" cy="0"/>
        </a:xfrm>
        <a:prstGeom prst="line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D6B3EB7-B727-4192-BEE2-2C84BEAF994C}">
      <dsp:nvSpPr>
        <dsp:cNvPr id="0" name=""/>
        <dsp:cNvSpPr/>
      </dsp:nvSpPr>
      <dsp:spPr>
        <a:xfrm>
          <a:off x="0" y="2178163"/>
          <a:ext cx="4555782" cy="1088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Performanță</a:t>
          </a:r>
          <a:r>
            <a:rPr lang="en-US" sz="2400" kern="1200" dirty="0"/>
            <a:t> </a:t>
          </a:r>
          <a:r>
            <a:rPr lang="en-US" sz="2400" kern="1200" dirty="0" err="1"/>
            <a:t>ridicată</a:t>
          </a:r>
          <a:r>
            <a:rPr lang="en-US" sz="2400" kern="1200" dirty="0"/>
            <a:t> pe real</a:t>
          </a:r>
        </a:p>
      </dsp:txBody>
      <dsp:txXfrm>
        <a:off x="0" y="2178163"/>
        <a:ext cx="4555782" cy="1088749"/>
      </dsp:txXfrm>
    </dsp:sp>
    <dsp:sp modelId="{30ABE4FD-4DB2-45DF-BDEB-2BC191C750F4}">
      <dsp:nvSpPr>
        <dsp:cNvPr id="0" name=""/>
        <dsp:cNvSpPr/>
      </dsp:nvSpPr>
      <dsp:spPr>
        <a:xfrm>
          <a:off x="0" y="3266912"/>
          <a:ext cx="4555782" cy="0"/>
        </a:xfrm>
        <a:prstGeom prst="line">
          <a:avLst/>
        </a:prstGeom>
        <a:gradFill rotWithShape="0">
          <a:gsLst>
            <a:gs pos="0">
              <a:schemeClr val="accent5">
                <a:hueOff val="-7450407"/>
                <a:satOff val="29858"/>
                <a:lumOff val="647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7450407"/>
                <a:satOff val="29858"/>
                <a:lumOff val="647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B0F9E91-1ECA-4AC6-99B4-37C39B0508AC}">
      <dsp:nvSpPr>
        <dsp:cNvPr id="0" name=""/>
        <dsp:cNvSpPr/>
      </dsp:nvSpPr>
      <dsp:spPr>
        <a:xfrm>
          <a:off x="0" y="3266912"/>
          <a:ext cx="4555782" cy="1088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Confuzii</a:t>
          </a:r>
          <a:r>
            <a:rPr lang="en-US" sz="2400" kern="1200" dirty="0"/>
            <a:t> moderate rumor ↔ fake</a:t>
          </a:r>
        </a:p>
      </dsp:txBody>
      <dsp:txXfrm>
        <a:off x="0" y="3266912"/>
        <a:ext cx="4555782" cy="1088749"/>
      </dsp:txXfrm>
    </dsp:sp>
    <dsp:sp modelId="{A0C74197-AD43-440C-84CA-5A41475DB09D}">
      <dsp:nvSpPr>
        <dsp:cNvPr id="0" name=""/>
        <dsp:cNvSpPr/>
      </dsp:nvSpPr>
      <dsp:spPr>
        <a:xfrm>
          <a:off x="0" y="4355661"/>
          <a:ext cx="4555782" cy="0"/>
        </a:xfrm>
        <a:prstGeom prst="line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4C5028A-26C6-4885-B034-0F5E1D610D63}">
      <dsp:nvSpPr>
        <dsp:cNvPr id="0" name=""/>
        <dsp:cNvSpPr/>
      </dsp:nvSpPr>
      <dsp:spPr>
        <a:xfrm>
          <a:off x="0" y="4355661"/>
          <a:ext cx="4555782" cy="1088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Posibil</a:t>
          </a:r>
          <a:r>
            <a:rPr lang="en-US" sz="2400" kern="1200" dirty="0"/>
            <a:t> overfitting </a:t>
          </a:r>
          <a:r>
            <a:rPr lang="en-US" sz="2400" kern="1200" dirty="0" err="1"/>
            <a:t>datorită</a:t>
          </a:r>
          <a:r>
            <a:rPr lang="en-US" sz="2400" kern="1200" dirty="0"/>
            <a:t> </a:t>
          </a:r>
          <a:r>
            <a:rPr lang="en-US" sz="2400" kern="1200" dirty="0" err="1"/>
            <a:t>tiparelor</a:t>
          </a:r>
          <a:r>
            <a:rPr lang="en-US" sz="2400" kern="1200" dirty="0"/>
            <a:t> </a:t>
          </a:r>
          <a:r>
            <a:rPr lang="en-US" sz="2400" kern="1200" dirty="0" err="1"/>
            <a:t>evidente</a:t>
          </a:r>
          <a:endParaRPr lang="en-US" sz="2400" kern="1200" dirty="0"/>
        </a:p>
      </dsp:txBody>
      <dsp:txXfrm>
        <a:off x="0" y="4355661"/>
        <a:ext cx="4555782" cy="108874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75B9AA-9E04-4F81-A13D-EB7D24532466}">
      <dsp:nvSpPr>
        <dsp:cNvPr id="0" name=""/>
        <dsp:cNvSpPr/>
      </dsp:nvSpPr>
      <dsp:spPr>
        <a:xfrm>
          <a:off x="0" y="509953"/>
          <a:ext cx="4243589" cy="52767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Framework: Flask</a:t>
          </a:r>
        </a:p>
      </dsp:txBody>
      <dsp:txXfrm>
        <a:off x="25759" y="535712"/>
        <a:ext cx="4192071" cy="476152"/>
      </dsp:txXfrm>
    </dsp:sp>
    <dsp:sp modelId="{352DFC18-7E0A-4279-ADA6-29C39CBB9A70}">
      <dsp:nvSpPr>
        <dsp:cNvPr id="0" name=""/>
        <dsp:cNvSpPr/>
      </dsp:nvSpPr>
      <dsp:spPr>
        <a:xfrm>
          <a:off x="0" y="1100983"/>
          <a:ext cx="4243589" cy="52767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Pagini: Home, Search, Browse</a:t>
          </a:r>
        </a:p>
      </dsp:txBody>
      <dsp:txXfrm>
        <a:off x="25759" y="1126742"/>
        <a:ext cx="4192071" cy="476152"/>
      </dsp:txXfrm>
    </dsp:sp>
    <dsp:sp modelId="{D261AD62-FB85-44D3-99F4-B4072446EC55}">
      <dsp:nvSpPr>
        <dsp:cNvPr id="0" name=""/>
        <dsp:cNvSpPr/>
      </dsp:nvSpPr>
      <dsp:spPr>
        <a:xfrm>
          <a:off x="0" y="1692014"/>
          <a:ext cx="4243589" cy="52767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Clasificare live + scor + similar news</a:t>
          </a:r>
        </a:p>
      </dsp:txBody>
      <dsp:txXfrm>
        <a:off x="25759" y="1717773"/>
        <a:ext cx="4192071" cy="476152"/>
      </dsp:txXfrm>
    </dsp:sp>
    <dsp:sp modelId="{380B5A64-8655-4D6D-80FD-A6971888B235}">
      <dsp:nvSpPr>
        <dsp:cNvPr id="0" name=""/>
        <dsp:cNvSpPr/>
      </dsp:nvSpPr>
      <dsp:spPr>
        <a:xfrm>
          <a:off x="0" y="2283044"/>
          <a:ext cx="4243589" cy="52767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Interfață modernă stil anime neon</a:t>
          </a:r>
        </a:p>
      </dsp:txBody>
      <dsp:txXfrm>
        <a:off x="25759" y="2308803"/>
        <a:ext cx="4192071" cy="4761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8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microsoft.com/office/2007/relationships/hdphoto" Target="../media/hdphoto2.wdp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9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8.png"/><Relationship Id="rId7" Type="http://schemas.openxmlformats.org/officeDocument/2006/relationships/diagramQuickStyle" Target="../diagrams/quickStyle5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microsoft.com/office/2007/relationships/hdphoto" Target="../media/hdphoto2.wdp"/><Relationship Id="rId9" Type="http://schemas.microsoft.com/office/2007/relationships/diagramDrawing" Target="../diagrams/drawing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Relationship Id="rId9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3" Type="http://schemas.openxmlformats.org/officeDocument/2006/relationships/image" Target="../media/image8.png"/><Relationship Id="rId7" Type="http://schemas.openxmlformats.org/officeDocument/2006/relationships/diagramQuickStyle" Target="../diagrams/quickStyle7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7.xml"/><Relationship Id="rId5" Type="http://schemas.openxmlformats.org/officeDocument/2006/relationships/diagramData" Target="../diagrams/data7.xml"/><Relationship Id="rId4" Type="http://schemas.microsoft.com/office/2007/relationships/hdphoto" Target="../media/hdphoto2.wdp"/><Relationship Id="rId9" Type="http://schemas.microsoft.com/office/2007/relationships/diagramDrawing" Target="../diagrams/drawing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Relationship Id="rId9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9.xml"/><Relationship Id="rId3" Type="http://schemas.openxmlformats.org/officeDocument/2006/relationships/image" Target="../media/image8.png"/><Relationship Id="rId7" Type="http://schemas.openxmlformats.org/officeDocument/2006/relationships/diagramQuickStyle" Target="../diagrams/quickStyle9.xm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9.xml"/><Relationship Id="rId5" Type="http://schemas.openxmlformats.org/officeDocument/2006/relationships/diagramData" Target="../diagrams/data9.xml"/><Relationship Id="rId4" Type="http://schemas.microsoft.com/office/2007/relationships/hdphoto" Target="../media/hdphoto2.wdp"/><Relationship Id="rId9" Type="http://schemas.microsoft.com/office/2007/relationships/diagramDrawing" Target="../diagrams/drawing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he girl cat, anime blue background Desktop wallpapers 1920x1080">
            <a:extLst>
              <a:ext uri="{FF2B5EF4-FFF2-40B4-BE49-F238E27FC236}">
                <a16:creationId xmlns:a16="http://schemas.microsoft.com/office/drawing/2014/main" id="{136FF56B-6B0E-97F0-A57D-0839BFD53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"/>
          <a:stretch>
            <a:fillRect/>
          </a:stretch>
        </p:blipFill>
        <p:spPr bwMode="auto">
          <a:xfrm>
            <a:off x="2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600" dirty="0" err="1">
                <a:solidFill>
                  <a:schemeClr val="bg1"/>
                </a:solidFill>
              </a:rPr>
              <a:t>NekoNews</a:t>
            </a:r>
            <a:r>
              <a:rPr lang="en-US" sz="6600" dirty="0">
                <a:solidFill>
                  <a:schemeClr val="bg1"/>
                </a:solidFill>
              </a:rPr>
              <a:t> – Anime Fake News Detector</a:t>
            </a:r>
            <a:br>
              <a:rPr lang="en-US" sz="6600" dirty="0">
                <a:solidFill>
                  <a:schemeClr val="bg1"/>
                </a:solidFill>
              </a:rPr>
            </a:b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22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bg1"/>
                </a:solidFill>
              </a:rPr>
              <a:t>Donea Eduard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bg1"/>
                </a:solidFill>
              </a:rPr>
              <a:t>Program MPI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bg1"/>
                </a:solidFill>
              </a:rPr>
              <a:t>2025</a:t>
            </a: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National University of Science and Technology Politehnica Bucharest,  Romania - Master DREAM">
            <a:extLst>
              <a:ext uri="{FF2B5EF4-FFF2-40B4-BE49-F238E27FC236}">
                <a16:creationId xmlns:a16="http://schemas.microsoft.com/office/drawing/2014/main" id="{AF0EC171-85EC-0E35-8B6A-17810876C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908" y="112713"/>
            <a:ext cx="1130205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Optionale ACS">
            <a:extLst>
              <a:ext uri="{FF2B5EF4-FFF2-40B4-BE49-F238E27FC236}">
                <a16:creationId xmlns:a16="http://schemas.microsoft.com/office/drawing/2014/main" id="{29000E7A-FD8A-C577-ED85-D7700CB222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003"/>
          <a:stretch>
            <a:fillRect/>
          </a:stretch>
        </p:blipFill>
        <p:spPr bwMode="auto">
          <a:xfrm>
            <a:off x="10863372" y="42171"/>
            <a:ext cx="1130205" cy="1150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228F699-A5D5-C90F-5773-8493558C88E9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861" b="89873" l="9709" r="91262">
                        <a14:foregroundMark x1="25243" y1="72152" x2="25243" y2="72152"/>
                        <a14:foregroundMark x1="91262" y1="79747" x2="91262" y2="79747"/>
                        <a14:foregroundMark x1="48544" y1="48101" x2="48544" y2="48101"/>
                        <a14:foregroundMark x1="66019" y1="54430" x2="66019" y2="54430"/>
                        <a14:backgroundMark x1="53398" y1="37975" x2="53398" y2="37975"/>
                        <a14:backgroundMark x1="71845" y1="48101" x2="71845" y2="48101"/>
                        <a14:backgroundMark x1="59223" y1="62025" x2="59223" y2="62025"/>
                        <a14:backgroundMark x1="61165" y1="68354" x2="61165" y2="68354"/>
                        <a14:backgroundMark x1="62136" y1="36709" x2="62136" y2="3670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29374" y="112713"/>
            <a:ext cx="1130204" cy="1009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Motivația proiectului</a:t>
            </a:r>
          </a:p>
        </p:txBody>
      </p:sp>
      <p:pic>
        <p:nvPicPr>
          <p:cNvPr id="2050" name="Picture 2" descr="Cute Cat Pattern Wallpaper">
            <a:extLst>
              <a:ext uri="{FF2B5EF4-FFF2-40B4-BE49-F238E27FC236}">
                <a16:creationId xmlns:a16="http://schemas.microsoft.com/office/drawing/2014/main" id="{7AE7F23C-374D-1321-4514-C7BA89C49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88" r="1" b="1638"/>
          <a:stretch>
            <a:fillRect/>
          </a:stretch>
        </p:blipFill>
        <p:spPr bwMode="auto"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endParaRPr lang="en-US" sz="2200"/>
          </a:p>
          <a:p>
            <a:r>
              <a:rPr lang="en-US" sz="2200"/>
              <a:t>Explozia fenomenului de fake news în comunitatea anime</a:t>
            </a:r>
          </a:p>
          <a:p>
            <a:r>
              <a:rPr lang="en-US" sz="2200"/>
              <a:t>Lipsa verificării credibilității informațiilor</a:t>
            </a:r>
          </a:p>
          <a:p>
            <a:r>
              <a:rPr lang="en-US" sz="2200"/>
              <a:t>Diferențiere importantă între rumor și fake</a:t>
            </a:r>
          </a:p>
          <a:p>
            <a:r>
              <a:rPr lang="en-US" sz="2200"/>
              <a:t>Utilizatorii distribuie informații neverificate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Obiectivul proiectului</a:t>
            </a:r>
          </a:p>
        </p:txBody>
      </p:sp>
      <p:pic>
        <p:nvPicPr>
          <p:cNvPr id="3074" name="Picture 2" descr="Cute Cat Mobile Phone Wallpaper Background Wallpaper Image For Free  Download - Pngtree">
            <a:extLst>
              <a:ext uri="{FF2B5EF4-FFF2-40B4-BE49-F238E27FC236}">
                <a16:creationId xmlns:a16="http://schemas.microsoft.com/office/drawing/2014/main" id="{BA69A1B3-39DB-6295-E23F-954B02307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74" r="1" b="1"/>
          <a:stretch>
            <a:fillRect/>
          </a:stretch>
        </p:blipFill>
        <p:spPr bwMode="auto"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endParaRPr lang="en-US" sz="2200"/>
          </a:p>
          <a:p>
            <a:r>
              <a:rPr lang="en-US" sz="2200"/>
              <a:t>Clasificarea automată a știrilor în real, rumor și fake</a:t>
            </a:r>
          </a:p>
          <a:p>
            <a:r>
              <a:rPr lang="en-US" sz="2200"/>
              <a:t>Generarea unui scor de încredere</a:t>
            </a:r>
          </a:p>
          <a:p>
            <a:r>
              <a:rPr lang="en-US" sz="2200"/>
              <a:t>Afișarea știrilor similare pentru validare contextuală</a:t>
            </a:r>
          </a:p>
          <a:p>
            <a:r>
              <a:rPr lang="en-US" sz="2200"/>
              <a:t>Interfață intuitivă pentru utilizator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Colectarea datelor - REAL</a:t>
            </a:r>
          </a:p>
        </p:txBody>
      </p:sp>
      <p:sp>
        <p:nvSpPr>
          <p:cNvPr id="615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C7F143-1AE0-188F-E3FE-242F6595F1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50" r="20494" b="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176EF7DF-4F21-5783-379E-E7E7C653E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460" b="94057" l="7742" r="92903">
                        <a14:foregroundMark x1="22258" y1="18863" x2="20000" y2="8010"/>
                        <a14:foregroundMark x1="71613" y1="20155" x2="80645" y2="9044"/>
                        <a14:foregroundMark x1="80645" y1="9044" x2="81290" y2="6460"/>
                        <a14:foregroundMark x1="38065" y1="55039" x2="37742" y2="73643"/>
                        <a14:foregroundMark x1="37742" y1="73643" x2="38065" y2="74160"/>
                        <a14:foregroundMark x1="41935" y1="60982" x2="53871" y2="78553"/>
                        <a14:foregroundMark x1="53871" y1="78553" x2="60968" y2="64858"/>
                        <a14:foregroundMark x1="60968" y1="64858" x2="33871" y2="72093"/>
                        <a14:foregroundMark x1="33871" y1="72093" x2="31935" y2="80879"/>
                        <a14:foregroundMark x1="25806" y1="72868" x2="11613" y2="79328"/>
                        <a14:foregroundMark x1="11613" y1="79328" x2="25161" y2="58915"/>
                        <a14:foregroundMark x1="25161" y1="58915" x2="18065" y2="69251"/>
                        <a14:foregroundMark x1="37097" y1="88630" x2="53871" y2="94057"/>
                        <a14:foregroundMark x1="53871" y1="94057" x2="56452" y2="93798"/>
                        <a14:foregroundMark x1="18387" y1="83979" x2="7742" y2="84496"/>
                        <a14:foregroundMark x1="92903" y1="79070" x2="92903" y2="79070"/>
                        <a14:foregroundMark x1="30323" y1="51421" x2="30323" y2="51421"/>
                        <a14:foregroundMark x1="67419" y1="50388" x2="67419" y2="50388"/>
                        <a14:backgroundMark x1="49677" y1="96641" x2="49677" y2="966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69" y="152861"/>
            <a:ext cx="819572" cy="102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FF09A1-DD64-C266-B9E4-C914CF83BA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0439750"/>
              </p:ext>
            </p:extLst>
          </p:nvPr>
        </p:nvGraphicFramePr>
        <p:xfrm>
          <a:off x="640080" y="2872899"/>
          <a:ext cx="4243589" cy="33206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/>
              <a:t>Colectarea datelor - RUMOR</a:t>
            </a:r>
          </a:p>
        </p:txBody>
      </p:sp>
      <p:sp>
        <p:nvSpPr>
          <p:cNvPr id="1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3F9F3A-CA4C-0F92-5766-C32D73FC1E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09" r="21170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C94DCA-27D8-3D1B-905A-4817F49023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6789200"/>
              </p:ext>
            </p:extLst>
          </p:nvPr>
        </p:nvGraphicFramePr>
        <p:xfrm>
          <a:off x="640080" y="2872899"/>
          <a:ext cx="4243589" cy="33206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2">
            <a:extLst>
              <a:ext uri="{FF2B5EF4-FFF2-40B4-BE49-F238E27FC236}">
                <a16:creationId xmlns:a16="http://schemas.microsoft.com/office/drawing/2014/main" id="{5CDDA89E-11F0-15F0-CEBF-2A5C9F631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460" b="94057" l="7742" r="92903">
                        <a14:foregroundMark x1="22258" y1="18863" x2="20000" y2="8010"/>
                        <a14:foregroundMark x1="71613" y1="20155" x2="80645" y2="9044"/>
                        <a14:foregroundMark x1="80645" y1="9044" x2="81290" y2="6460"/>
                        <a14:foregroundMark x1="38065" y1="55039" x2="37742" y2="73643"/>
                        <a14:foregroundMark x1="37742" y1="73643" x2="38065" y2="74160"/>
                        <a14:foregroundMark x1="41935" y1="60982" x2="53871" y2="78553"/>
                        <a14:foregroundMark x1="53871" y1="78553" x2="60968" y2="64858"/>
                        <a14:foregroundMark x1="60968" y1="64858" x2="33871" y2="72093"/>
                        <a14:foregroundMark x1="33871" y1="72093" x2="31935" y2="80879"/>
                        <a14:foregroundMark x1="25806" y1="72868" x2="11613" y2="79328"/>
                        <a14:foregroundMark x1="11613" y1="79328" x2="25161" y2="58915"/>
                        <a14:foregroundMark x1="25161" y1="58915" x2="18065" y2="69251"/>
                        <a14:foregroundMark x1="37097" y1="88630" x2="53871" y2="94057"/>
                        <a14:foregroundMark x1="53871" y1="94057" x2="56452" y2="93798"/>
                        <a14:foregroundMark x1="18387" y1="83979" x2="7742" y2="84496"/>
                        <a14:foregroundMark x1="92903" y1="79070" x2="92903" y2="79070"/>
                        <a14:foregroundMark x1="30323" y1="51421" x2="30323" y2="51421"/>
                        <a14:foregroundMark x1="67419" y1="50388" x2="67419" y2="50388"/>
                        <a14:backgroundMark x1="49677" y1="96641" x2="49677" y2="966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69" y="152861"/>
            <a:ext cx="819572" cy="102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Colectarea datelor - FAKE</a:t>
            </a:r>
          </a:p>
        </p:txBody>
      </p:sp>
      <p:sp>
        <p:nvSpPr>
          <p:cNvPr id="2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AF726DB-8218-576E-B385-3254BCF25A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77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0A6E329A-A57F-FF9B-0D73-4CDE5C2EE1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8958280"/>
              </p:ext>
            </p:extLst>
          </p:nvPr>
        </p:nvGraphicFramePr>
        <p:xfrm>
          <a:off x="640080" y="2872899"/>
          <a:ext cx="4243589" cy="33206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2">
            <a:extLst>
              <a:ext uri="{FF2B5EF4-FFF2-40B4-BE49-F238E27FC236}">
                <a16:creationId xmlns:a16="http://schemas.microsoft.com/office/drawing/2014/main" id="{6B48CF6A-3596-A278-72FD-557966F43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460" b="94057" l="7742" r="92903">
                        <a14:foregroundMark x1="22258" y1="18863" x2="20000" y2="8010"/>
                        <a14:foregroundMark x1="71613" y1="20155" x2="80645" y2="9044"/>
                        <a14:foregroundMark x1="80645" y1="9044" x2="81290" y2="6460"/>
                        <a14:foregroundMark x1="38065" y1="55039" x2="37742" y2="73643"/>
                        <a14:foregroundMark x1="37742" y1="73643" x2="38065" y2="74160"/>
                        <a14:foregroundMark x1="41935" y1="60982" x2="53871" y2="78553"/>
                        <a14:foregroundMark x1="53871" y1="78553" x2="60968" y2="64858"/>
                        <a14:foregroundMark x1="60968" y1="64858" x2="33871" y2="72093"/>
                        <a14:foregroundMark x1="33871" y1="72093" x2="31935" y2="80879"/>
                        <a14:foregroundMark x1="25806" y1="72868" x2="11613" y2="79328"/>
                        <a14:foregroundMark x1="11613" y1="79328" x2="25161" y2="58915"/>
                        <a14:foregroundMark x1="25161" y1="58915" x2="18065" y2="69251"/>
                        <a14:foregroundMark x1="37097" y1="88630" x2="53871" y2="94057"/>
                        <a14:foregroundMark x1="53871" y1="94057" x2="56452" y2="93798"/>
                        <a14:foregroundMark x1="18387" y1="83979" x2="7742" y2="84496"/>
                        <a14:foregroundMark x1="92903" y1="79070" x2="92903" y2="79070"/>
                        <a14:foregroundMark x1="30323" y1="51421" x2="30323" y2="51421"/>
                        <a14:foregroundMark x1="67419" y1="50388" x2="67419" y2="50388"/>
                        <a14:backgroundMark x1="49677" y1="96641" x2="49677" y2="966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69" y="152861"/>
            <a:ext cx="819572" cy="102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000"/>
              <a:t>Construirea datasetului final</a:t>
            </a:r>
          </a:p>
        </p:txBody>
      </p:sp>
      <p:sp>
        <p:nvSpPr>
          <p:cNvPr id="1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B28714-4E70-5213-10FB-F6943DD4DE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56" r="15291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AF932F-2A62-9DF0-27E9-DFCEA278C3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9637934"/>
              </p:ext>
            </p:extLst>
          </p:nvPr>
        </p:nvGraphicFramePr>
        <p:xfrm>
          <a:off x="640080" y="2872899"/>
          <a:ext cx="4243589" cy="33206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2">
            <a:extLst>
              <a:ext uri="{FF2B5EF4-FFF2-40B4-BE49-F238E27FC236}">
                <a16:creationId xmlns:a16="http://schemas.microsoft.com/office/drawing/2014/main" id="{0067CBB1-E474-C025-BAAB-21821D69D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460" b="94057" l="7742" r="92903">
                        <a14:foregroundMark x1="22258" y1="18863" x2="20000" y2="8010"/>
                        <a14:foregroundMark x1="71613" y1="20155" x2="80645" y2="9044"/>
                        <a14:foregroundMark x1="80645" y1="9044" x2="81290" y2="6460"/>
                        <a14:foregroundMark x1="38065" y1="55039" x2="37742" y2="73643"/>
                        <a14:foregroundMark x1="37742" y1="73643" x2="38065" y2="74160"/>
                        <a14:foregroundMark x1="41935" y1="60982" x2="53871" y2="78553"/>
                        <a14:foregroundMark x1="53871" y1="78553" x2="60968" y2="64858"/>
                        <a14:foregroundMark x1="60968" y1="64858" x2="33871" y2="72093"/>
                        <a14:foregroundMark x1="33871" y1="72093" x2="31935" y2="80879"/>
                        <a14:foregroundMark x1="25806" y1="72868" x2="11613" y2="79328"/>
                        <a14:foregroundMark x1="11613" y1="79328" x2="25161" y2="58915"/>
                        <a14:foregroundMark x1="25161" y1="58915" x2="18065" y2="69251"/>
                        <a14:foregroundMark x1="37097" y1="88630" x2="53871" y2="94057"/>
                        <a14:foregroundMark x1="53871" y1="94057" x2="56452" y2="93798"/>
                        <a14:foregroundMark x1="18387" y1="83979" x2="7742" y2="84496"/>
                        <a14:foregroundMark x1="92903" y1="79070" x2="92903" y2="79070"/>
                        <a14:foregroundMark x1="30323" y1="51421" x2="30323" y2="51421"/>
                        <a14:foregroundMark x1="67419" y1="50388" x2="67419" y2="50388"/>
                        <a14:backgroundMark x1="49677" y1="96641" x2="49677" y2="966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69" y="152861"/>
            <a:ext cx="819572" cy="102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anchor="b">
            <a:normAutofit/>
          </a:bodyPr>
          <a:lstStyle/>
          <a:p>
            <a:r>
              <a:rPr lang="en-US" sz="3400"/>
              <a:t>Feature Engineering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9671FE-D2FF-ACA2-53F1-2CCF600F65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716"/>
          <a:stretch>
            <a:fillRect/>
          </a:stretch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52B0DD9E-5CFF-B9D9-D5B3-F3F7B32BA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460" b="94057" l="7742" r="92903">
                        <a14:foregroundMark x1="22258" y1="18863" x2="20000" y2="8010"/>
                        <a14:foregroundMark x1="71613" y1="20155" x2="80645" y2="9044"/>
                        <a14:foregroundMark x1="80645" y1="9044" x2="81290" y2="6460"/>
                        <a14:foregroundMark x1="38065" y1="55039" x2="37742" y2="73643"/>
                        <a14:foregroundMark x1="37742" y1="73643" x2="38065" y2="74160"/>
                        <a14:foregroundMark x1="41935" y1="60982" x2="53871" y2="78553"/>
                        <a14:foregroundMark x1="53871" y1="78553" x2="60968" y2="64858"/>
                        <a14:foregroundMark x1="60968" y1="64858" x2="33871" y2="72093"/>
                        <a14:foregroundMark x1="33871" y1="72093" x2="31935" y2="80879"/>
                        <a14:foregroundMark x1="25806" y1="72868" x2="11613" y2="79328"/>
                        <a14:foregroundMark x1="11613" y1="79328" x2="25161" y2="58915"/>
                        <a14:foregroundMark x1="25161" y1="58915" x2="18065" y2="69251"/>
                        <a14:foregroundMark x1="37097" y1="88630" x2="53871" y2="94057"/>
                        <a14:foregroundMark x1="53871" y1="94057" x2="56452" y2="93798"/>
                        <a14:foregroundMark x1="18387" y1="83979" x2="7742" y2="84496"/>
                        <a14:foregroundMark x1="92903" y1="79070" x2="92903" y2="79070"/>
                        <a14:foregroundMark x1="30323" y1="51421" x2="30323" y2="51421"/>
                        <a14:foregroundMark x1="67419" y1="50388" x2="67419" y2="50388"/>
                        <a14:backgroundMark x1="49677" y1="96641" x2="49677" y2="966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69" y="152861"/>
            <a:ext cx="819572" cy="102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4EA5C3-336C-AE61-7DA7-1D22C3F72A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2469718"/>
              </p:ext>
            </p:extLst>
          </p:nvPr>
        </p:nvGraphicFramePr>
        <p:xfrm>
          <a:off x="411479" y="2688336"/>
          <a:ext cx="4498848" cy="3584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US" sz="4000"/>
              <a:t>Alegerea modelului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7CD1D2-E18C-F68C-02D7-94CFC6C8AB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07" r="44399" b="-1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0D5002-1634-25B4-6FF5-2EE7EC83D3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4876185"/>
              </p:ext>
            </p:extLst>
          </p:nvPr>
        </p:nvGraphicFramePr>
        <p:xfrm>
          <a:off x="836680" y="2405067"/>
          <a:ext cx="6002110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2">
            <a:extLst>
              <a:ext uri="{FF2B5EF4-FFF2-40B4-BE49-F238E27FC236}">
                <a16:creationId xmlns:a16="http://schemas.microsoft.com/office/drawing/2014/main" id="{2D69C3CC-8695-EF5E-10AD-295A8CFDF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460" b="94057" l="7742" r="92903">
                        <a14:foregroundMark x1="22258" y1="18863" x2="20000" y2="8010"/>
                        <a14:foregroundMark x1="71613" y1="20155" x2="80645" y2="9044"/>
                        <a14:foregroundMark x1="80645" y1="9044" x2="81290" y2="6460"/>
                        <a14:foregroundMark x1="38065" y1="55039" x2="37742" y2="73643"/>
                        <a14:foregroundMark x1="37742" y1="73643" x2="38065" y2="74160"/>
                        <a14:foregroundMark x1="41935" y1="60982" x2="53871" y2="78553"/>
                        <a14:foregroundMark x1="53871" y1="78553" x2="60968" y2="64858"/>
                        <a14:foregroundMark x1="60968" y1="64858" x2="33871" y2="72093"/>
                        <a14:foregroundMark x1="33871" y1="72093" x2="31935" y2="80879"/>
                        <a14:foregroundMark x1="25806" y1="72868" x2="11613" y2="79328"/>
                        <a14:foregroundMark x1="11613" y1="79328" x2="25161" y2="58915"/>
                        <a14:foregroundMark x1="25161" y1="58915" x2="18065" y2="69251"/>
                        <a14:foregroundMark x1="37097" y1="88630" x2="53871" y2="94057"/>
                        <a14:foregroundMark x1="53871" y1="94057" x2="56452" y2="93798"/>
                        <a14:foregroundMark x1="18387" y1="83979" x2="7742" y2="84496"/>
                        <a14:foregroundMark x1="92903" y1="79070" x2="92903" y2="79070"/>
                        <a14:foregroundMark x1="30323" y1="51421" x2="30323" y2="51421"/>
                        <a14:foregroundMark x1="67419" y1="50388" x2="67419" y2="50388"/>
                        <a14:backgroundMark x1="49677" y1="96641" x2="49677" y2="966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69" y="152861"/>
            <a:ext cx="819572" cy="102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/>
              <a:t>Antrenare și Oversampling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E4B028-B0EC-B81D-EAF3-2CC0B9BF97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812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7BCAAA13-DE1F-2127-536E-399790E83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460" b="94057" l="7742" r="92903">
                        <a14:foregroundMark x1="22258" y1="18863" x2="20000" y2="8010"/>
                        <a14:foregroundMark x1="71613" y1="20155" x2="80645" y2="9044"/>
                        <a14:foregroundMark x1="80645" y1="9044" x2="81290" y2="6460"/>
                        <a14:foregroundMark x1="38065" y1="55039" x2="37742" y2="73643"/>
                        <a14:foregroundMark x1="37742" y1="73643" x2="38065" y2="74160"/>
                        <a14:foregroundMark x1="41935" y1="60982" x2="53871" y2="78553"/>
                        <a14:foregroundMark x1="53871" y1="78553" x2="60968" y2="64858"/>
                        <a14:foregroundMark x1="60968" y1="64858" x2="33871" y2="72093"/>
                        <a14:foregroundMark x1="33871" y1="72093" x2="31935" y2="80879"/>
                        <a14:foregroundMark x1="25806" y1="72868" x2="11613" y2="79328"/>
                        <a14:foregroundMark x1="11613" y1="79328" x2="25161" y2="58915"/>
                        <a14:foregroundMark x1="25161" y1="58915" x2="18065" y2="69251"/>
                        <a14:foregroundMark x1="37097" y1="88630" x2="53871" y2="94057"/>
                        <a14:foregroundMark x1="53871" y1="94057" x2="56452" y2="93798"/>
                        <a14:foregroundMark x1="18387" y1="83979" x2="7742" y2="84496"/>
                        <a14:foregroundMark x1="92903" y1="79070" x2="92903" y2="79070"/>
                        <a14:foregroundMark x1="30323" y1="51421" x2="30323" y2="51421"/>
                        <a14:foregroundMark x1="67419" y1="50388" x2="67419" y2="50388"/>
                        <a14:backgroundMark x1="49677" y1="96641" x2="49677" y2="966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69" y="152861"/>
            <a:ext cx="819572" cy="102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7FB878-7DC7-AE3A-3EA8-91467FDFA0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6708790"/>
              </p:ext>
            </p:extLst>
          </p:nvPr>
        </p:nvGraphicFramePr>
        <p:xfrm>
          <a:off x="6797004" y="670559"/>
          <a:ext cx="4555782" cy="54450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/>
              <a:t>Evaluarea modelului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4FDDD2-F7E0-8C5F-2969-5E8BD6F816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06" b="6406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F51C6B-9C88-A76D-5424-028C40902A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6157915"/>
              </p:ext>
            </p:extLst>
          </p:nvPr>
        </p:nvGraphicFramePr>
        <p:xfrm>
          <a:off x="6797004" y="670559"/>
          <a:ext cx="4555782" cy="54450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2">
            <a:extLst>
              <a:ext uri="{FF2B5EF4-FFF2-40B4-BE49-F238E27FC236}">
                <a16:creationId xmlns:a16="http://schemas.microsoft.com/office/drawing/2014/main" id="{56B653D2-DFC9-9CAC-73C8-13CA8040D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460" b="94057" l="7742" r="92903">
                        <a14:foregroundMark x1="22258" y1="18863" x2="20000" y2="8010"/>
                        <a14:foregroundMark x1="71613" y1="20155" x2="80645" y2="9044"/>
                        <a14:foregroundMark x1="80645" y1="9044" x2="81290" y2="6460"/>
                        <a14:foregroundMark x1="38065" y1="55039" x2="37742" y2="73643"/>
                        <a14:foregroundMark x1="37742" y1="73643" x2="38065" y2="74160"/>
                        <a14:foregroundMark x1="41935" y1="60982" x2="53871" y2="78553"/>
                        <a14:foregroundMark x1="53871" y1="78553" x2="60968" y2="64858"/>
                        <a14:foregroundMark x1="60968" y1="64858" x2="33871" y2="72093"/>
                        <a14:foregroundMark x1="33871" y1="72093" x2="31935" y2="80879"/>
                        <a14:foregroundMark x1="25806" y1="72868" x2="11613" y2="79328"/>
                        <a14:foregroundMark x1="11613" y1="79328" x2="25161" y2="58915"/>
                        <a14:foregroundMark x1="25161" y1="58915" x2="18065" y2="69251"/>
                        <a14:foregroundMark x1="37097" y1="88630" x2="53871" y2="94057"/>
                        <a14:foregroundMark x1="53871" y1="94057" x2="56452" y2="93798"/>
                        <a14:foregroundMark x1="18387" y1="83979" x2="7742" y2="84496"/>
                        <a14:foregroundMark x1="92903" y1="79070" x2="92903" y2="79070"/>
                        <a14:foregroundMark x1="30323" y1="51421" x2="30323" y2="51421"/>
                        <a14:foregroundMark x1="67419" y1="50388" x2="67419" y2="50388"/>
                        <a14:backgroundMark x1="49677" y1="96641" x2="49677" y2="966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69" y="152861"/>
            <a:ext cx="819572" cy="102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Aplicatia Web</a:t>
            </a:r>
          </a:p>
        </p:txBody>
      </p:sp>
      <p:sp>
        <p:nvSpPr>
          <p:cNvPr id="1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54D05E-A390-168A-4D8D-DAC7A2B64E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14" r="1369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1A1C09AD-EEA6-20D6-CE15-D149CAE61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460" b="94057" l="7742" r="92903">
                        <a14:foregroundMark x1="22258" y1="18863" x2="20000" y2="8010"/>
                        <a14:foregroundMark x1="71613" y1="20155" x2="80645" y2="9044"/>
                        <a14:foregroundMark x1="80645" y1="9044" x2="81290" y2="6460"/>
                        <a14:foregroundMark x1="38065" y1="55039" x2="37742" y2="73643"/>
                        <a14:foregroundMark x1="37742" y1="73643" x2="38065" y2="74160"/>
                        <a14:foregroundMark x1="41935" y1="60982" x2="53871" y2="78553"/>
                        <a14:foregroundMark x1="53871" y1="78553" x2="60968" y2="64858"/>
                        <a14:foregroundMark x1="60968" y1="64858" x2="33871" y2="72093"/>
                        <a14:foregroundMark x1="33871" y1="72093" x2="31935" y2="80879"/>
                        <a14:foregroundMark x1="25806" y1="72868" x2="11613" y2="79328"/>
                        <a14:foregroundMark x1="11613" y1="79328" x2="25161" y2="58915"/>
                        <a14:foregroundMark x1="25161" y1="58915" x2="18065" y2="69251"/>
                        <a14:foregroundMark x1="37097" y1="88630" x2="53871" y2="94057"/>
                        <a14:foregroundMark x1="53871" y1="94057" x2="56452" y2="93798"/>
                        <a14:foregroundMark x1="18387" y1="83979" x2="7742" y2="84496"/>
                        <a14:foregroundMark x1="92903" y1="79070" x2="92903" y2="79070"/>
                        <a14:foregroundMark x1="30323" y1="51421" x2="30323" y2="51421"/>
                        <a14:foregroundMark x1="67419" y1="50388" x2="67419" y2="50388"/>
                        <a14:backgroundMark x1="49677" y1="96641" x2="49677" y2="966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69" y="152861"/>
            <a:ext cx="819572" cy="102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9E31AF-DE67-1BB0-C0A8-8C6D4CF0CC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6827743"/>
              </p:ext>
            </p:extLst>
          </p:nvPr>
        </p:nvGraphicFramePr>
        <p:xfrm>
          <a:off x="640080" y="2872899"/>
          <a:ext cx="4243589" cy="33206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9" name="Rectangle 5138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anchor="b">
            <a:normAutofit/>
          </a:bodyPr>
          <a:lstStyle/>
          <a:p>
            <a:r>
              <a:rPr lang="en-US" sz="3400"/>
              <a:t>Îmbunătățiri viitoare</a:t>
            </a:r>
          </a:p>
        </p:txBody>
      </p:sp>
      <p:sp>
        <p:nvSpPr>
          <p:cNvPr id="5141" name="Rectangle 5140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43" name="Rectangle 5142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anchor="t">
            <a:normAutofit/>
          </a:bodyPr>
          <a:lstStyle/>
          <a:p>
            <a:endParaRPr lang="en-US" sz="1800"/>
          </a:p>
          <a:p>
            <a:r>
              <a:rPr lang="en-US" sz="1800"/>
              <a:t>BERT fine-tuning</a:t>
            </a:r>
          </a:p>
          <a:p>
            <a:r>
              <a:rPr lang="en-US" sz="1800"/>
              <a:t>Explainability (LIME/SHAP)</a:t>
            </a:r>
          </a:p>
          <a:p>
            <a:r>
              <a:rPr lang="en-US" sz="1800"/>
              <a:t>Suport multi-limbaj</a:t>
            </a:r>
          </a:p>
          <a:p>
            <a:r>
              <a:rPr lang="en-US" sz="1800"/>
              <a:t>Sentiment &amp; stance detection</a:t>
            </a:r>
          </a:p>
          <a:p>
            <a:r>
              <a:rPr lang="en-US" sz="1800"/>
              <a:t>Extinderea datasetului</a:t>
            </a:r>
          </a:p>
        </p:txBody>
      </p:sp>
      <p:pic>
        <p:nvPicPr>
          <p:cNvPr id="5122" name="Picture 2" descr="The girl cat, anime blue background Desktop wallpapers 1920x1080">
            <a:extLst>
              <a:ext uri="{FF2B5EF4-FFF2-40B4-BE49-F238E27FC236}">
                <a16:creationId xmlns:a16="http://schemas.microsoft.com/office/drawing/2014/main" id="{DDA90230-896A-91A6-4D1F-42B69840B1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537"/>
          <a:stretch>
            <a:fillRect/>
          </a:stretch>
        </p:blipFill>
        <p:spPr bwMode="auto"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noFill/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1FE97D90-170C-AE6B-E0A6-17AEDEFC9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460" b="94057" l="7742" r="92903">
                        <a14:foregroundMark x1="22258" y1="18863" x2="20000" y2="8010"/>
                        <a14:foregroundMark x1="71613" y1="20155" x2="80645" y2="9044"/>
                        <a14:foregroundMark x1="80645" y1="9044" x2="81290" y2="6460"/>
                        <a14:foregroundMark x1="38065" y1="55039" x2="37742" y2="73643"/>
                        <a14:foregroundMark x1="37742" y1="73643" x2="38065" y2="74160"/>
                        <a14:foregroundMark x1="41935" y1="60982" x2="53871" y2="78553"/>
                        <a14:foregroundMark x1="53871" y1="78553" x2="60968" y2="64858"/>
                        <a14:foregroundMark x1="60968" y1="64858" x2="33871" y2="72093"/>
                        <a14:foregroundMark x1="33871" y1="72093" x2="31935" y2="80879"/>
                        <a14:foregroundMark x1="25806" y1="72868" x2="11613" y2="79328"/>
                        <a14:foregroundMark x1="11613" y1="79328" x2="25161" y2="58915"/>
                        <a14:foregroundMark x1="25161" y1="58915" x2="18065" y2="69251"/>
                        <a14:foregroundMark x1="37097" y1="88630" x2="53871" y2="94057"/>
                        <a14:foregroundMark x1="53871" y1="94057" x2="56452" y2="93798"/>
                        <a14:foregroundMark x1="18387" y1="83979" x2="7742" y2="84496"/>
                        <a14:foregroundMark x1="92903" y1="79070" x2="92903" y2="79070"/>
                        <a14:foregroundMark x1="30323" y1="51421" x2="30323" y2="51421"/>
                        <a14:foregroundMark x1="67419" y1="50388" x2="67419" y2="50388"/>
                        <a14:backgroundMark x1="49677" y1="96641" x2="49677" y2="966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69" y="152861"/>
            <a:ext cx="819572" cy="102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300</Words>
  <Application>Microsoft Office PowerPoint</Application>
  <PresentationFormat>Widescreen</PresentationFormat>
  <Paragraphs>67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NekoNews – Anime Fake News Detector </vt:lpstr>
      <vt:lpstr>Motivația proiectului</vt:lpstr>
      <vt:lpstr>Obiectivul proiectului</vt:lpstr>
      <vt:lpstr>Colectarea datelor - REAL</vt:lpstr>
      <vt:lpstr>Colectarea datelor - RUMOR</vt:lpstr>
      <vt:lpstr>Colectarea datelor - FAKE</vt:lpstr>
      <vt:lpstr>Construirea datasetului final</vt:lpstr>
      <vt:lpstr>Feature Engineering</vt:lpstr>
      <vt:lpstr>Alegerea modelului</vt:lpstr>
      <vt:lpstr>Antrenare și Oversampling</vt:lpstr>
      <vt:lpstr>Evaluarea modelului</vt:lpstr>
      <vt:lpstr>Aplicatia Web</vt:lpstr>
      <vt:lpstr>Îmbunătățiri viitoare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Eduard DONEA (123661)</cp:lastModifiedBy>
  <cp:revision>3</cp:revision>
  <dcterms:created xsi:type="dcterms:W3CDTF">2013-01-27T09:14:16Z</dcterms:created>
  <dcterms:modified xsi:type="dcterms:W3CDTF">2025-11-24T03:20:49Z</dcterms:modified>
  <cp:category/>
</cp:coreProperties>
</file>